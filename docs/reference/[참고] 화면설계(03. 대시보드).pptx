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10"/>
  </p:notesMasterIdLst>
  <p:handoutMasterIdLst>
    <p:handoutMasterId r:id="rId11"/>
  </p:handoutMasterIdLst>
  <p:sldIdLst>
    <p:sldId id="3218" r:id="rId2"/>
    <p:sldId id="3551" r:id="rId3"/>
    <p:sldId id="3552" r:id="rId4"/>
    <p:sldId id="3553" r:id="rId5"/>
    <p:sldId id="3545" r:id="rId6"/>
    <p:sldId id="3557" r:id="rId7"/>
    <p:sldId id="3560" r:id="rId8"/>
    <p:sldId id="3559" r:id="rId9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00000"/>
    <a:srgbClr val="FFC000"/>
    <a:srgbClr val="F2F2F2"/>
    <a:srgbClr val="404040"/>
    <a:srgbClr val="00B050"/>
    <a:srgbClr val="FFFF00"/>
    <a:srgbClr val="DCE6F2"/>
    <a:srgbClr val="596F8A"/>
    <a:srgbClr val="003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98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51B49-C492-D817-7AF7-8139AFA610C1}"/>
              </a:ext>
            </a:extLst>
          </p:cNvPr>
          <p:cNvSpPr/>
          <p:nvPr/>
        </p:nvSpPr>
        <p:spPr>
          <a:xfrm>
            <a:off x="3386602" y="1119117"/>
            <a:ext cx="1530610" cy="1247107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6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342092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BF5A94-846D-F8EC-F28E-F7D29D4F805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10092B-2C6B-FCCF-4E8A-7C4F0B93DF1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E2F940-F646-2C5A-C118-87EE31F3910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91A2C311-C613-6E1E-9FF3-B1F8FC94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2A71B6C-3550-A665-E2C3-879BD28D38F1}"/>
              </a:ext>
            </a:extLst>
          </p:cNvPr>
          <p:cNvSpPr/>
          <p:nvPr/>
        </p:nvSpPr>
        <p:spPr>
          <a:xfrm>
            <a:off x="-1690381" y="1097693"/>
            <a:ext cx="1467136" cy="798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</p:spTree>
    <p:extLst>
      <p:ext uri="{BB962C8B-B14F-4D97-AF65-F5344CB8AC3E}">
        <p14:creationId xmlns:p14="http://schemas.microsoft.com/office/powerpoint/2010/main" val="412272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26FC-7441-6853-1F76-5DA49FCB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9A3EF59-1FA0-314D-C2BC-3589CFE7AA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90E44-EB47-7D2D-6CA3-D4D21A80AAE7}"/>
              </a:ext>
            </a:extLst>
          </p:cNvPr>
          <p:cNvSpPr txBox="1"/>
          <p:nvPr/>
        </p:nvSpPr>
        <p:spPr>
          <a:xfrm>
            <a:off x="749224" y="25608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4281A-B232-07BC-1531-5A2DF791546C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게시대상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에서만 사용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게시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직원 대상 게시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협력업체 대상 게시(협력업체에게도 해당 공지 내용이 보임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우선노출이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‘Y’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설정된 게시물이 가장 위에 올라옴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게시기간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 게시됨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D98B9A-C0D2-91F8-8723-0C31F468E23A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27DFBD0-4363-0076-A813-877C5D8CD9F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1726F0-B2A2-F5C0-99DA-CB6AEDFAC62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8A698B-4091-EC10-5916-81A05F467148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D41003-F13B-F223-3541-70AA445D5848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4D4905A-6F64-2ECD-BC97-1EDF3B226223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3B85CD-E157-E1E4-E41A-0851E89588E3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AD826D-A42D-5FF8-528C-7CF0AB05FC80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2F477D-C1AB-DA1A-2C9C-4CE98C8F2F8F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849587-7722-7A06-CF70-AC14110F4BAB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게시대상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외부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E20FD6-850B-A5B0-9FEA-3DD82AAF4165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74E9434-9B9B-08E9-924D-A125C4D6E25E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FF5C00B-AF40-D0A2-F11C-C545D4ED642B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B63B56-9911-865C-915D-67B366D0FC12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C7D870B-2D7F-A651-7A23-5C4A7E9BAA2D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CFC276-11B4-2475-2E76-3C88AF46DA4D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CEEE94E-8830-534A-029B-CC21DAF7E051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76C9BC9-F55C-C08A-C853-0AD63E66B7F1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E8BAC60-493E-E917-C87B-98F3CFF28D7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25B72C-8DD9-62D3-12F9-3EBC649E0014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B2148B-3250-29E0-FC28-94442465D041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4C90EB-9D43-840E-91C8-CC9658909422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F53526F-35B9-0671-FC65-7EFC787CB030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928D0D-ADA0-931C-52B1-9BE5D15962F1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B835EB7-34A4-4EC8-0051-5D596642970B}"/>
              </a:ext>
            </a:extLst>
          </p:cNvPr>
          <p:cNvSpPr/>
          <p:nvPr/>
        </p:nvSpPr>
        <p:spPr>
          <a:xfrm>
            <a:off x="1308401" y="13682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3D6B4416-765B-429C-5D4C-BADE408CC16E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204864"/>
          <a:ext cx="772251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72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94402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569159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2098523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388519">
                  <a:extLst>
                    <a:ext uri="{9D8B030D-6E8A-4147-A177-3AD203B41FA5}">
                      <a16:colId xmlns:a16="http://schemas.microsoft.com/office/drawing/2014/main" val="2598409891"/>
                    </a:ext>
                  </a:extLst>
                </a:gridCol>
                <a:gridCol w="471228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778080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569159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26722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세부기준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개정되었습니다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2026.07.01~2026.07.31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E35FE4C2-4B07-1E81-75C8-0E92A455CB83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140494B-EC3E-365F-3C48-9FE1D3292B84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920EDD0-0177-AF0C-4D13-6289CD39A321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791808D-B8A2-64B1-1153-62ED8F4F49C4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0F27FAF-F293-6B2A-47D5-FFC99392C38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316E858-66A8-E4EB-AE8E-5E2F8B3FCBE7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878DC494-D52E-5B0A-0715-6E28728E9626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DA3DA6B-F0B3-ECAF-D632-D98A8BE05D3E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AA5610E-EEA1-052A-5208-28A40B9D82C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6514B0B-F99C-3B86-4338-8B7A5337B858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3BE57FC-00B8-EBD8-CEFF-F0B76E7A4D43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5F87D00-23C4-990D-61CF-0F3E5F9CF53C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4D17AD1-31D4-5381-2949-A7D798E867A5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4FE2D1FA-5803-FF6D-58BD-94CAB6EB0A2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648234DD-14F8-306E-67FF-F2FE935A1671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504EBB71-76B0-AE38-6698-E3E17CDBE08F}"/>
              </a:ext>
            </a:extLst>
          </p:cNvPr>
          <p:cNvSpPr/>
          <p:nvPr/>
        </p:nvSpPr>
        <p:spPr>
          <a:xfrm>
            <a:off x="633234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A54D786-23CF-F895-B3B0-A37AE543BDB8}"/>
              </a:ext>
            </a:extLst>
          </p:cNvPr>
          <p:cNvSpPr/>
          <p:nvPr/>
        </p:nvSpPr>
        <p:spPr>
          <a:xfrm>
            <a:off x="1444640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13A18031-44A6-2F02-8374-293BB82552C7}"/>
              </a:ext>
            </a:extLst>
          </p:cNvPr>
          <p:cNvSpPr/>
          <p:nvPr/>
        </p:nvSpPr>
        <p:spPr>
          <a:xfrm>
            <a:off x="4042763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4E9DA46-F8E5-61B5-4DAD-E6FC09A58FD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2F4C373-2153-8764-282F-5FDE7CA2175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0" name="Picture 1">
            <a:extLst>
              <a:ext uri="{FF2B5EF4-FFF2-40B4-BE49-F238E27FC236}">
                <a16:creationId xmlns:a16="http://schemas.microsoft.com/office/drawing/2014/main" id="{A8778FF7-1E45-6595-65A2-B71CB11D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5294B88-D6AD-FD5F-DE5A-A8E3959B22EE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389C55-6807-E0E0-CA9F-7769F5B175A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CBC593-41ED-28F9-87BF-7313DB045769}"/>
              </a:ext>
            </a:extLst>
          </p:cNvPr>
          <p:cNvSpPr/>
          <p:nvPr/>
        </p:nvSpPr>
        <p:spPr>
          <a:xfrm>
            <a:off x="-1690381" y="1097693"/>
            <a:ext cx="1467136" cy="798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</p:spTree>
    <p:extLst>
      <p:ext uri="{BB962C8B-B14F-4D97-AF65-F5344CB8AC3E}">
        <p14:creationId xmlns:p14="http://schemas.microsoft.com/office/powerpoint/2010/main" val="421228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80E3-A0CE-4F28-E532-43E4FDD1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27587E-A522-E3DE-87E1-8AA66E8FB4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A7CAB-0DCB-0A19-1250-8F6BF47D6920}"/>
              </a:ext>
            </a:extLst>
          </p:cNvPr>
          <p:cNvSpPr txBox="1"/>
          <p:nvPr/>
        </p:nvSpPr>
        <p:spPr>
          <a:xfrm>
            <a:off x="749224" y="25608"/>
            <a:ext cx="10679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&gt; 공지사항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9D950-8C95-8B1A-4C99-ABE413DED79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2D82AE-FE5F-92A6-3302-F62A87BA4415}"/>
              </a:ext>
            </a:extLst>
          </p:cNvPr>
          <p:cNvSpPr/>
          <p:nvPr/>
        </p:nvSpPr>
        <p:spPr>
          <a:xfrm>
            <a:off x="164468" y="403565"/>
            <a:ext cx="480901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A023584-6C85-87D4-840F-877F5D44D0E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92EC8D-6171-32BD-2388-30848152EE6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3A141B9E-056E-5C5B-640C-0A109E58959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3BB5F-5D26-BA6F-0771-D15032D77599}"/>
              </a:ext>
            </a:extLst>
          </p:cNvPr>
          <p:cNvSpPr txBox="1"/>
          <p:nvPr/>
        </p:nvSpPr>
        <p:spPr>
          <a:xfrm>
            <a:off x="180526" y="5291082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D31B6C2-5A1D-DFB7-C0DB-21710BD88540}"/>
              </a:ext>
            </a:extLst>
          </p:cNvPr>
          <p:cNvGrpSpPr/>
          <p:nvPr/>
        </p:nvGrpSpPr>
        <p:grpSpPr>
          <a:xfrm>
            <a:off x="1693888" y="5294128"/>
            <a:ext cx="1278892" cy="198885"/>
            <a:chOff x="1693888" y="5290969"/>
            <a:chExt cx="1507496" cy="19888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DB09935-37B8-B848-0778-81FE5982027B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0FF0525-3A44-0DC3-6B23-D125E237CA26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BFFE3C-9847-FF7D-E854-86D2B4D9F54B}"/>
              </a:ext>
            </a:extLst>
          </p:cNvPr>
          <p:cNvGrpSpPr/>
          <p:nvPr/>
        </p:nvGrpSpPr>
        <p:grpSpPr>
          <a:xfrm>
            <a:off x="1737018" y="5540093"/>
            <a:ext cx="1278892" cy="198885"/>
            <a:chOff x="1693888" y="5290969"/>
            <a:chExt cx="1507496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54349B4-BF49-C315-D311-E906FE392FA0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BD799CC-442B-5F74-F403-D14E17B679E5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5CD15F2-233C-2349-79CA-B3CC43BB3B34}"/>
              </a:ext>
            </a:extLst>
          </p:cNvPr>
          <p:cNvCxnSpPr>
            <a:cxnSpLocks/>
          </p:cNvCxnSpPr>
          <p:nvPr/>
        </p:nvCxnSpPr>
        <p:spPr>
          <a:xfrm>
            <a:off x="167468" y="58380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4FDB7E-6349-B218-98DA-C5EE132D7B30}"/>
              </a:ext>
            </a:extLst>
          </p:cNvPr>
          <p:cNvSpPr/>
          <p:nvPr/>
        </p:nvSpPr>
        <p:spPr>
          <a:xfrm>
            <a:off x="164468" y="594065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F5387B6-B42D-C195-6A9C-31CEBD330268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80186"/>
          <a:ext cx="7632847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3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Y(우선노출) /  N(우선노출 안 함)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‘협력업체 선정 세부기준’이 개정되었습니다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2026.07.01~2026.07.31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9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94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63D635-19BA-6B81-588E-B152E62F6FAA}"/>
              </a:ext>
            </a:extLst>
          </p:cNvPr>
          <p:cNvSpPr/>
          <p:nvPr/>
        </p:nvSpPr>
        <p:spPr>
          <a:xfrm>
            <a:off x="180526" y="3680634"/>
            <a:ext cx="7740859" cy="1492681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Editor로 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9A733C8-DE0F-4095-3ED6-2293C339D84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3" name="Picture 1">
            <a:extLst>
              <a:ext uri="{FF2B5EF4-FFF2-40B4-BE49-F238E27FC236}">
                <a16:creationId xmlns:a16="http://schemas.microsoft.com/office/drawing/2014/main" id="{6090D058-7815-A2E0-30B4-564F0A36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92CF094-3046-7837-5A19-1CDBA1D8F34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58ACCD-76A0-06A3-0244-E26A9108A4A9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75857E-66DF-11C4-167A-1C029D0F7D3B}"/>
              </a:ext>
            </a:extLst>
          </p:cNvPr>
          <p:cNvSpPr/>
          <p:nvPr/>
        </p:nvSpPr>
        <p:spPr>
          <a:xfrm>
            <a:off x="-1690381" y="1097693"/>
            <a:ext cx="1467136" cy="798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</p:spTree>
    <p:extLst>
      <p:ext uri="{BB962C8B-B14F-4D97-AF65-F5344CB8AC3E}">
        <p14:creationId xmlns:p14="http://schemas.microsoft.com/office/powerpoint/2010/main" val="412164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969A-E2F9-5F4C-638A-31C3A8F8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7100AEC-9C1B-6442-FD56-918E90AE81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21294-E855-E80E-273B-DD7ACB44A9F0}"/>
              </a:ext>
            </a:extLst>
          </p:cNvPr>
          <p:cNvSpPr txBox="1"/>
          <p:nvPr/>
        </p:nvSpPr>
        <p:spPr>
          <a:xfrm>
            <a:off x="749224" y="25608"/>
            <a:ext cx="1317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&gt; 양식 등 자료실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8482B-3AFD-4218-66C1-0261CC5AAB2A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게시대상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에서만 사용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게시 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직원 대상 게시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협력업체 대상 게시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협력업체에게도 해당 자료가 보임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우선노출이 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설정된 게시물이 가장 위에 올라옴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게시기간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 게시됨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194B7A-D5CE-DFAA-51BF-4DD86FB2769D}"/>
              </a:ext>
            </a:extLst>
          </p:cNvPr>
          <p:cNvSpPr/>
          <p:nvPr/>
        </p:nvSpPr>
        <p:spPr>
          <a:xfrm>
            <a:off x="164468" y="403565"/>
            <a:ext cx="74058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03E2D86-CC8F-54B4-9A30-4B588612705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0D52DA-011B-4CA3-E0D8-BDB3F09D9968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861816-90E4-92E7-16FB-61FD8496C6FC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2DCCF-205D-843E-C116-FB566391828C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017214-420D-45DA-303D-74D92ABAFFE3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6746DB-4137-5DFC-D87F-3419363416D9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86DF18-B962-951C-3E34-161143309DC0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282377-2F61-FF07-044B-0CCAAE2E4524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2E5E3-B6E1-1192-FC4C-AEAD26EAD93D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게시여부 :                     ● 전체      ○ 게시     ○ 미게시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1D53A-36CF-42BE-EF84-084F7DBF6D23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F47FEBA-AF34-D284-173B-6223EDCA2EC7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34F349E-049F-DFA6-3DCE-39DFD108D809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CBB6A44-A0E5-1DCD-38DD-3853C60A7C0B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7111E94-FE91-B89B-09FC-A2F24E671DDB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FF4E13D-9C15-D4F1-08C6-65408CB8E927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2E0160E-44F0-19B8-0935-C438F3908C1F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55ECC7E-A3A9-4188-4C58-CAAA56537393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05F614-10B7-84E5-D747-87E7590AF59C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10E7BF9-D9E6-5950-0718-495C2C8F252E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3F240D-AE1E-E4C1-9B88-9965546D3675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DE090BD-3F5D-ED78-30F7-1B447D270C6F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6062A-5B88-AB7A-C526-60EC3E80EB72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EC781B-C394-361B-D0E1-DB03F3A2B49F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CB53087D-317F-459C-FD17-809445C33DEB}"/>
              </a:ext>
            </a:extLst>
          </p:cNvPr>
          <p:cNvSpPr/>
          <p:nvPr/>
        </p:nvSpPr>
        <p:spPr>
          <a:xfrm>
            <a:off x="1308401" y="13682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439F459E-89C5-4857-BAA8-23FBD11EA8D3}"/>
              </a:ext>
            </a:extLst>
          </p:cNvPr>
          <p:cNvGraphicFramePr>
            <a:graphicFrameLocks noGrp="1"/>
          </p:cNvGraphicFramePr>
          <p:nvPr/>
        </p:nvGraphicFramePr>
        <p:xfrm>
          <a:off x="181507" y="2204864"/>
          <a:ext cx="7722515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10679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580821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88430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437168">
                  <a:extLst>
                    <a:ext uri="{9D8B030D-6E8A-4147-A177-3AD203B41FA5}">
                      <a16:colId xmlns:a16="http://schemas.microsoft.com/office/drawing/2014/main" val="2598409891"/>
                    </a:ext>
                  </a:extLst>
                </a:gridCol>
                <a:gridCol w="532405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805341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589101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451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2026.07.01~2026.07.31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BB0287E0-4E19-6D90-668F-3EB8F540885A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74F4EB4-F80D-B82D-5B37-94A6A3CED77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C2FAD64-14F0-D792-6339-F3A094848A1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83EC1A11-4F8A-EF78-5586-21842F521E51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07D75BE-1092-AD5C-F30A-C42E68D7E61C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DEDE6F-47D7-170F-B96C-30724E26AE7C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1C687FA-5234-09BA-9623-354CEE42516C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5432301B-FD56-8198-088C-10FF00AE9484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0C63E92F-646C-955E-9987-936EE7937B43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DC91702-9DFD-DFDD-AA8C-190FBC83A724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7701D626-AE51-05A3-44F5-8C1A608B5D58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78D6951B-8E56-F6C9-7505-69CF780FC211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3B3B89F4-7BEB-6033-1B06-13B483B80E8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79ACDA97-EE6F-1E13-9051-914FF8809E7D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2F8E435D-1148-E4F4-0D8B-4CE0F8FE324E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420819E2-25B5-58D9-C11C-015750F034C1}"/>
              </a:ext>
            </a:extLst>
          </p:cNvPr>
          <p:cNvSpPr/>
          <p:nvPr/>
        </p:nvSpPr>
        <p:spPr>
          <a:xfrm>
            <a:off x="705061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F4E077D-AEAC-3FEF-B62F-3AB35E1C6C50}"/>
              </a:ext>
            </a:extLst>
          </p:cNvPr>
          <p:cNvSpPr/>
          <p:nvPr/>
        </p:nvSpPr>
        <p:spPr>
          <a:xfrm>
            <a:off x="1370184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785B0CA5-328A-2465-374F-A45B946189AD}"/>
              </a:ext>
            </a:extLst>
          </p:cNvPr>
          <p:cNvSpPr/>
          <p:nvPr/>
        </p:nvSpPr>
        <p:spPr>
          <a:xfrm>
            <a:off x="3960126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E42E846-37B6-9126-54CC-A9353DF098D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2D1A9B2-9DDA-C4D9-E943-2E126137055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0" name="Picture 1">
            <a:extLst>
              <a:ext uri="{FF2B5EF4-FFF2-40B4-BE49-F238E27FC236}">
                <a16:creationId xmlns:a16="http://schemas.microsoft.com/office/drawing/2014/main" id="{DD0AAF2B-E052-763A-4692-662DA288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1FCA4B5-7F55-7981-959B-2E120355D789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19CF90-EB11-CF4C-7650-8E9E640772D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775C2B-6D3A-77F8-A2D7-AF90EAA8D384}"/>
              </a:ext>
            </a:extLst>
          </p:cNvPr>
          <p:cNvSpPr/>
          <p:nvPr/>
        </p:nvSpPr>
        <p:spPr>
          <a:xfrm>
            <a:off x="-1690381" y="1097693"/>
            <a:ext cx="1467136" cy="798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</p:spTree>
    <p:extLst>
      <p:ext uri="{BB962C8B-B14F-4D97-AF65-F5344CB8AC3E}">
        <p14:creationId xmlns:p14="http://schemas.microsoft.com/office/powerpoint/2010/main" val="255755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5749-19CD-02FB-E6FE-B73B13D1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3AC2B10-A1A4-AF33-490E-A9E13E3321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01027-F3A1-6B5C-F830-D5E197180A1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B6D0006-70F7-C8AD-9ACB-0E4DEA6A199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588B5CC-1DFC-86F7-D957-78A85D97EA6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0BE068E-93CA-1527-1B9F-29EDAB347CB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322036-8106-E783-EFE7-6781591885BF}"/>
              </a:ext>
            </a:extLst>
          </p:cNvPr>
          <p:cNvSpPr txBox="1"/>
          <p:nvPr/>
        </p:nvSpPr>
        <p:spPr>
          <a:xfrm>
            <a:off x="180526" y="5291082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8412D6-53A1-9EEA-83EF-CC9386E9C5CE}"/>
              </a:ext>
            </a:extLst>
          </p:cNvPr>
          <p:cNvGrpSpPr/>
          <p:nvPr/>
        </p:nvGrpSpPr>
        <p:grpSpPr>
          <a:xfrm>
            <a:off x="1693888" y="5294128"/>
            <a:ext cx="1278892" cy="198885"/>
            <a:chOff x="1693888" y="5290969"/>
            <a:chExt cx="1507496" cy="19888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2A3DE2-FA65-2256-9F14-D9932CBFB776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D10458-FFDA-2F4B-ECDE-EF572A72AD6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47FE6C-9A32-EF17-B7AB-47738FF6404B}"/>
              </a:ext>
            </a:extLst>
          </p:cNvPr>
          <p:cNvGrpSpPr/>
          <p:nvPr/>
        </p:nvGrpSpPr>
        <p:grpSpPr>
          <a:xfrm>
            <a:off x="1737018" y="5540093"/>
            <a:ext cx="1278892" cy="198885"/>
            <a:chOff x="1693888" y="5290969"/>
            <a:chExt cx="1507496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7917A24-FAB6-414B-12E1-612C0C9C4D42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70BD34A-5EDB-EC62-88BC-A28D644AAE74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B489A0-A890-6557-8BBC-3D6EE97E2295}"/>
              </a:ext>
            </a:extLst>
          </p:cNvPr>
          <p:cNvCxnSpPr>
            <a:cxnSpLocks/>
          </p:cNvCxnSpPr>
          <p:nvPr/>
        </p:nvCxnSpPr>
        <p:spPr>
          <a:xfrm>
            <a:off x="167468" y="58380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4221F7-E792-70D5-A934-3D46C5D41E45}"/>
              </a:ext>
            </a:extLst>
          </p:cNvPr>
          <p:cNvSpPr/>
          <p:nvPr/>
        </p:nvSpPr>
        <p:spPr>
          <a:xfrm>
            <a:off x="164468" y="594065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0C061A5-8FF1-8ACE-AB79-40D3DCFD7EBF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80186"/>
          <a:ext cx="7632847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3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Y(우선노출) /  N(우선노출 안 함)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2026.07.01~2026.07.31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9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94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7EF7EB-7D90-482F-20E0-4F3EF7E0FB96}"/>
              </a:ext>
            </a:extLst>
          </p:cNvPr>
          <p:cNvSpPr/>
          <p:nvPr/>
        </p:nvSpPr>
        <p:spPr>
          <a:xfrm>
            <a:off x="180526" y="3680634"/>
            <a:ext cx="7740859" cy="1492681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Editor로 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58CD26-50CA-5280-3DAE-00CE7116F4EA}"/>
              </a:ext>
            </a:extLst>
          </p:cNvPr>
          <p:cNvSpPr txBox="1"/>
          <p:nvPr/>
        </p:nvSpPr>
        <p:spPr>
          <a:xfrm>
            <a:off x="749224" y="25608"/>
            <a:ext cx="1317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&gt; 양식 등 자료실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019557B-130D-4EAC-452C-271BCBB4F0BD}"/>
              </a:ext>
            </a:extLst>
          </p:cNvPr>
          <p:cNvSpPr/>
          <p:nvPr/>
        </p:nvSpPr>
        <p:spPr>
          <a:xfrm>
            <a:off x="164468" y="403565"/>
            <a:ext cx="74058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8A5D50-95A4-4752-DCFE-E5CC9B1E3B4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23453546-2219-B200-97B3-A4044EC0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7F294FB-7925-BD75-1802-3F635A683D2E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7ECF10-7FBC-6E2E-4436-68CC5FAC40AC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EF8A11-7461-52F2-EC6B-E05BE9CFF45F}"/>
              </a:ext>
            </a:extLst>
          </p:cNvPr>
          <p:cNvSpPr/>
          <p:nvPr/>
        </p:nvSpPr>
        <p:spPr>
          <a:xfrm>
            <a:off x="-1690381" y="1097693"/>
            <a:ext cx="1467136" cy="798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</a:p>
        </p:txBody>
      </p:sp>
    </p:spTree>
    <p:extLst>
      <p:ext uri="{BB962C8B-B14F-4D97-AF65-F5344CB8AC3E}">
        <p14:creationId xmlns:p14="http://schemas.microsoft.com/office/powerpoint/2010/main" val="1768206446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9C753CB-5F96-4908-B151-971634E54B8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89c769d-48dc-4a14-bce9-ada6df666238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12638FC-5DD5-4A56-97C5-A74AB4DD02AA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3ba5feb2-c44b-4cf2-b184-bc13919449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243866</TotalTime>
  <Words>915</Words>
  <Application>Microsoft Office PowerPoint</Application>
  <PresentationFormat>A4 용지(210x297mm)</PresentationFormat>
  <Paragraphs>367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8258</cp:revision>
  <cp:lastPrinted>2019-06-18T05:05:25Z</cp:lastPrinted>
  <dcterms:created xsi:type="dcterms:W3CDTF">2006-06-07T02:37:19Z</dcterms:created>
  <dcterms:modified xsi:type="dcterms:W3CDTF">2026-09-15T23:33:28Z</dcterms:modified>
</cp:coreProperties>
</file>