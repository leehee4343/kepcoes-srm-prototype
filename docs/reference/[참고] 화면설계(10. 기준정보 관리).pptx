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21"/>
  </p:notesMasterIdLst>
  <p:handoutMasterIdLst>
    <p:handoutMasterId r:id="rId22"/>
  </p:handoutMasterIdLst>
  <p:sldIdLst>
    <p:sldId id="3218" r:id="rId2"/>
    <p:sldId id="3548" r:id="rId3"/>
    <p:sldId id="3549" r:id="rId4"/>
    <p:sldId id="3578" r:id="rId5"/>
    <p:sldId id="3567" r:id="rId6"/>
    <p:sldId id="3579" r:id="rId7"/>
    <p:sldId id="3580" r:id="rId8"/>
    <p:sldId id="3581" r:id="rId9"/>
    <p:sldId id="3582" r:id="rId10"/>
    <p:sldId id="3572" r:id="rId11"/>
    <p:sldId id="3573" r:id="rId12"/>
    <p:sldId id="3574" r:id="rId13"/>
    <p:sldId id="3583" r:id="rId14"/>
    <p:sldId id="3576" r:id="rId15"/>
    <p:sldId id="3561" r:id="rId16"/>
    <p:sldId id="3562" r:id="rId17"/>
    <p:sldId id="3563" r:id="rId18"/>
    <p:sldId id="3504" r:id="rId19"/>
    <p:sldId id="3577" r:id="rId20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23"/>
      <p:bold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FFFFFF"/>
    <a:srgbClr val="FFC000"/>
    <a:srgbClr val="00B050"/>
    <a:srgbClr val="FFFF00"/>
    <a:srgbClr val="C00000"/>
    <a:srgbClr val="DCE6F2"/>
    <a:srgbClr val="596F8A"/>
    <a:srgbClr val="003965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0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962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7343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 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 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 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EED0E0-B316-2D90-1511-11CA5DB189E6}"/>
              </a:ext>
            </a:extLst>
          </p:cNvPr>
          <p:cNvSpPr/>
          <p:nvPr/>
        </p:nvSpPr>
        <p:spPr>
          <a:xfrm>
            <a:off x="6638259" y="1119117"/>
            <a:ext cx="1530610" cy="2498219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99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195E-E9F1-98BF-A146-9FE22C64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DD1538-3F1C-B1A0-19F2-E6850C57C1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F9A89-BA64-6305-C6B9-85C65533571B}"/>
              </a:ext>
            </a:extLst>
          </p:cNvPr>
          <p:cNvSpPr txBox="1"/>
          <p:nvPr/>
        </p:nvSpPr>
        <p:spPr>
          <a:xfrm>
            <a:off x="749224" y="25608"/>
            <a:ext cx="20072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BE632-99C5-9F08-92F5-45283DCD6889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품목코드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D1E65F-2B82-4753-1CFF-1412A69F3FE1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5C8BB26-F009-9EAC-F2B2-22EB93C43B2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93EB46-179F-8CD0-B506-F7FDDE87D74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BD35B1-2A5A-2D71-BAF2-4E309420356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B0BEBC-B0A2-6FA8-CA13-F870480F3CA5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F96432-86B6-F537-D00D-73588A20E9D0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38194F-18B4-9AAF-05C9-4B93F5ABDB45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BB2842BF-FCC7-47E0-DE55-69ED349F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4A10C2-1C41-1978-EF85-D3BBD563B536}"/>
              </a:ext>
            </a:extLst>
          </p:cNvPr>
          <p:cNvSpPr/>
          <p:nvPr/>
        </p:nvSpPr>
        <p:spPr>
          <a:xfrm>
            <a:off x="164468" y="834983"/>
            <a:ext cx="7740859" cy="148889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B5DBC1E-6B55-DCEF-F897-1E40153EBCD3}"/>
              </a:ext>
            </a:extLst>
          </p:cNvPr>
          <p:cNvSpPr/>
          <p:nvPr/>
        </p:nvSpPr>
        <p:spPr>
          <a:xfrm>
            <a:off x="1408523" y="200139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3130F1-CDBF-68A9-4832-E2DEE4C1BAC2}"/>
              </a:ext>
            </a:extLst>
          </p:cNvPr>
          <p:cNvSpPr/>
          <p:nvPr/>
        </p:nvSpPr>
        <p:spPr>
          <a:xfrm>
            <a:off x="2218774" y="200139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7CE8AC-2309-26A0-F61C-1623C57EE38F}"/>
              </a:ext>
            </a:extLst>
          </p:cNvPr>
          <p:cNvSpPr/>
          <p:nvPr/>
        </p:nvSpPr>
        <p:spPr>
          <a:xfrm>
            <a:off x="2533911" y="200139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5FB1DE6-A7BC-37A7-EA25-AE3610462471}"/>
              </a:ext>
            </a:extLst>
          </p:cNvPr>
          <p:cNvSpPr/>
          <p:nvPr/>
        </p:nvSpPr>
        <p:spPr>
          <a:xfrm>
            <a:off x="6241919" y="200139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E9E04-804A-8EEB-A940-B9BAFF4F9955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8803AF-479E-13E9-105C-AC6414911BC9}"/>
              </a:ext>
            </a:extLst>
          </p:cNvPr>
          <p:cNvSpPr txBox="1"/>
          <p:nvPr/>
        </p:nvSpPr>
        <p:spPr>
          <a:xfrm>
            <a:off x="235849" y="2008538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48B4B4-9BD6-ABBA-D718-FAEA0E81C317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2674095-FEE7-571B-FF4C-DC4CCD63691F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D94568-2483-C64F-B7D4-03A9EB7D392D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2452B4-32FC-AFFF-2B52-C5535EC78405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6B3C7B-ABCE-4BC2-F234-4D913BFBDBF4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76ACBBA-B581-340B-EC30-450D60E465CA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39E6B06-6BF3-285E-8290-3381856F2978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94F21C0-EAB9-2AB5-632A-694DF6E42745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B71BF95-3554-2ACB-C508-04B365C82F64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EC2F6BF-C631-BDBE-C0E7-AC7E5E821810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2733EE-AA5C-BF4F-36EC-8EDE3EB38268}"/>
              </a:ext>
            </a:extLst>
          </p:cNvPr>
          <p:cNvSpPr/>
          <p:nvPr/>
        </p:nvSpPr>
        <p:spPr>
          <a:xfrm>
            <a:off x="5856272" y="240852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F18BF28-B9AA-2191-AC58-0A958FB6D9AE}"/>
              </a:ext>
            </a:extLst>
          </p:cNvPr>
          <p:cNvSpPr/>
          <p:nvPr/>
        </p:nvSpPr>
        <p:spPr>
          <a:xfrm>
            <a:off x="6677734" y="240852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6C4B93-818B-2D2F-EE1D-F30A83973EF4}"/>
              </a:ext>
            </a:extLst>
          </p:cNvPr>
          <p:cNvSpPr txBox="1"/>
          <p:nvPr/>
        </p:nvSpPr>
        <p:spPr>
          <a:xfrm>
            <a:off x="181506" y="2395010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2ADBA366-0411-E0B2-2EC5-EACA5BC85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228609"/>
              </p:ext>
            </p:extLst>
          </p:nvPr>
        </p:nvGraphicFramePr>
        <p:xfrm>
          <a:off x="181504" y="2701843"/>
          <a:ext cx="7715199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54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53877">
                  <a:extLst>
                    <a:ext uri="{9D8B030D-6E8A-4147-A177-3AD203B41FA5}">
                      <a16:colId xmlns:a16="http://schemas.microsoft.com/office/drawing/2014/main" val="2652436465"/>
                    </a:ext>
                  </a:extLst>
                </a:gridCol>
                <a:gridCol w="95132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502379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502379">
                  <a:extLst>
                    <a:ext uri="{9D8B030D-6E8A-4147-A177-3AD203B41FA5}">
                      <a16:colId xmlns:a16="http://schemas.microsoft.com/office/drawing/2014/main" val="2466386541"/>
                    </a:ext>
                  </a:extLst>
                </a:gridCol>
                <a:gridCol w="575462">
                  <a:extLst>
                    <a:ext uri="{9D8B030D-6E8A-4147-A177-3AD203B41FA5}">
                      <a16:colId xmlns:a16="http://schemas.microsoft.com/office/drawing/2014/main" val="3354468507"/>
                    </a:ext>
                  </a:extLst>
                </a:gridCol>
                <a:gridCol w="606784">
                  <a:extLst>
                    <a:ext uri="{9D8B030D-6E8A-4147-A177-3AD203B41FA5}">
                      <a16:colId xmlns:a16="http://schemas.microsoft.com/office/drawing/2014/main" val="2609923332"/>
                    </a:ext>
                  </a:extLst>
                </a:gridCol>
                <a:gridCol w="606784">
                  <a:extLst>
                    <a:ext uri="{9D8B030D-6E8A-4147-A177-3AD203B41FA5}">
                      <a16:colId xmlns:a16="http://schemas.microsoft.com/office/drawing/2014/main" val="1005551116"/>
                    </a:ext>
                  </a:extLst>
                </a:gridCol>
                <a:gridCol w="860837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502379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1191454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발주단위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 수정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A0102-0001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 PCS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제조사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 PCS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식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BOX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SET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45" name="그룹 44">
            <a:extLst>
              <a:ext uri="{FF2B5EF4-FFF2-40B4-BE49-F238E27FC236}">
                <a16:creationId xmlns:a16="http://schemas.microsoft.com/office/drawing/2014/main" id="{CC27388F-F7BC-EEBD-44AC-86794FC94D85}"/>
              </a:ext>
            </a:extLst>
          </p:cNvPr>
          <p:cNvGrpSpPr/>
          <p:nvPr/>
        </p:nvGrpSpPr>
        <p:grpSpPr>
          <a:xfrm>
            <a:off x="2004219" y="4820078"/>
            <a:ext cx="4025354" cy="216024"/>
            <a:chOff x="2992062" y="4869160"/>
            <a:chExt cx="4025354" cy="21602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49C1422-2A46-1166-C9C1-2A14DEA69AB9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03286D6-4696-F47A-7601-A551E4E0605E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67DEF97-0FBD-2FCD-C0F6-0061CEB0A708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717F4D1-93D1-B2B3-D2D8-FB7A808BD719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0EE87A0-9EAC-77F4-72B1-A628B140AB6B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0EB725F6-9080-BB66-7BAD-6581AB08C8F5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3541158-6034-B434-0E7A-3DF028AAA0E7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DCF46EB-A76F-73D6-32F7-5B698B5DBDC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5D3A76F4-F9A1-62EE-A29D-9A68D6A37B8A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655948AA-CCD0-1EEF-5176-E47F3ECCF26A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0CD7E1A-9E94-FE47-B931-ED1A6EDA5552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20B2D26-7A98-9F2C-2C19-FCA34D2E55E7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19C0FB2-E1E8-0189-3D1F-2597FEABB9B2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E01B2CC-A6CB-0A14-6923-2234C5ADC8BA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91EC7A5-687D-2CF0-1F18-DE7A537D8CC3}"/>
              </a:ext>
            </a:extLst>
          </p:cNvPr>
          <p:cNvSpPr/>
          <p:nvPr/>
        </p:nvSpPr>
        <p:spPr>
          <a:xfrm>
            <a:off x="6982990" y="2408528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EEE9BDCD-6E91-6EE4-CCC2-5E6367183D14}"/>
              </a:ext>
            </a:extLst>
          </p:cNvPr>
          <p:cNvSpPr/>
          <p:nvPr/>
        </p:nvSpPr>
        <p:spPr>
          <a:xfrm>
            <a:off x="6747673" y="5048630"/>
            <a:ext cx="114902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 등록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2CC826-0FBD-A032-0675-7063C09D9F2C}"/>
              </a:ext>
            </a:extLst>
          </p:cNvPr>
          <p:cNvSpPr txBox="1"/>
          <p:nvPr/>
        </p:nvSpPr>
        <p:spPr>
          <a:xfrm>
            <a:off x="235849" y="1214547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분류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716596F-5A2A-62A3-F3DF-01E23A685113}"/>
              </a:ext>
            </a:extLst>
          </p:cNvPr>
          <p:cNvSpPr/>
          <p:nvPr/>
        </p:nvSpPr>
        <p:spPr>
          <a:xfrm>
            <a:off x="1399897" y="1207402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87C9ED1-BFF1-0ABE-89D3-0FECD855738A}"/>
              </a:ext>
            </a:extLst>
          </p:cNvPr>
          <p:cNvSpPr/>
          <p:nvPr/>
        </p:nvSpPr>
        <p:spPr>
          <a:xfrm>
            <a:off x="2774358" y="120740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A64926E-A03E-C9D1-812D-CD5E6D740C22}"/>
              </a:ext>
            </a:extLst>
          </p:cNvPr>
          <p:cNvSpPr/>
          <p:nvPr/>
        </p:nvSpPr>
        <p:spPr>
          <a:xfrm>
            <a:off x="3039054" y="1207402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F5C9090-8A87-8CAC-0DD2-06A7967871BD}"/>
              </a:ext>
            </a:extLst>
          </p:cNvPr>
          <p:cNvSpPr/>
          <p:nvPr/>
        </p:nvSpPr>
        <p:spPr>
          <a:xfrm>
            <a:off x="4413515" y="120740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0B1519D-BAAD-3A9D-3E36-3F498897CB0A}"/>
              </a:ext>
            </a:extLst>
          </p:cNvPr>
          <p:cNvSpPr/>
          <p:nvPr/>
        </p:nvSpPr>
        <p:spPr>
          <a:xfrm>
            <a:off x="4678211" y="1207402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479931A9-E9C6-5547-BDC8-9A2F5C74C94A}"/>
              </a:ext>
            </a:extLst>
          </p:cNvPr>
          <p:cNvSpPr/>
          <p:nvPr/>
        </p:nvSpPr>
        <p:spPr>
          <a:xfrm>
            <a:off x="6052672" y="120740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046F09-BA31-A407-75A0-47926897852B}"/>
              </a:ext>
            </a:extLst>
          </p:cNvPr>
          <p:cNvSpPr txBox="1"/>
          <p:nvPr/>
        </p:nvSpPr>
        <p:spPr>
          <a:xfrm>
            <a:off x="235849" y="1491860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발주단위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67F58CD-715D-560D-1F60-2E7F32C59FE9}"/>
              </a:ext>
            </a:extLst>
          </p:cNvPr>
          <p:cNvSpPr/>
          <p:nvPr/>
        </p:nvSpPr>
        <p:spPr>
          <a:xfrm>
            <a:off x="1399897" y="1484715"/>
            <a:ext cx="1034317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발주단위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B7C563A-03BA-6EAD-311F-09962BF93463}"/>
              </a:ext>
            </a:extLst>
          </p:cNvPr>
          <p:cNvSpPr/>
          <p:nvPr/>
        </p:nvSpPr>
        <p:spPr>
          <a:xfrm>
            <a:off x="2441230" y="148471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0988EF1-91CE-16C7-8C8B-0DD4F1C5AAF8}"/>
              </a:ext>
            </a:extLst>
          </p:cNvPr>
          <p:cNvSpPr txBox="1"/>
          <p:nvPr/>
        </p:nvSpPr>
        <p:spPr>
          <a:xfrm>
            <a:off x="235849" y="174828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사용여부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●전체      ○사용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(Y)      ○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중지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(N)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223814-F977-D719-B7F8-773F28D41832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BFE0EE1-9174-B541-151D-AE46F70C8FC2}"/>
              </a:ext>
            </a:extLst>
          </p:cNvPr>
          <p:cNvSpPr/>
          <p:nvPr/>
        </p:nvSpPr>
        <p:spPr>
          <a:xfrm>
            <a:off x="1300511" y="187097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690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32F8-57FF-F79F-C1FB-FBDEDAB3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E8DB36A-BB72-0C45-6CE4-B6167331D1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C95FAA-BD2C-755D-9DF6-EB0428BF779D}"/>
              </a:ext>
            </a:extLst>
          </p:cNvPr>
          <p:cNvSpPr txBox="1"/>
          <p:nvPr/>
        </p:nvSpPr>
        <p:spPr>
          <a:xfrm>
            <a:off x="749224" y="25608"/>
            <a:ext cx="20072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BBABA-AFF0-B06C-5241-4507E8EE299C}"/>
              </a:ext>
            </a:extLst>
          </p:cNvPr>
          <p:cNvSpPr txBox="1"/>
          <p:nvPr/>
        </p:nvSpPr>
        <p:spPr>
          <a:xfrm>
            <a:off x="8049344" y="584684"/>
            <a:ext cx="1856656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기존에 사용하지 않는 항목을 확인해서 입력 정보를 축소시켰음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EA,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BOX, SET,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8AE4A70-4528-23FE-6DEB-95A1A6C02A9E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549533E-404E-AFB6-8876-8E10DF7ABE6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8EC3E0C-3C41-1BAC-4053-03B6E027F6C9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328FA4-7FAA-3792-B572-C5BE2B5C497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2C64FD-4239-0359-40F4-8F30E164E379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690EC0-4B99-CFEE-B90B-15947FEAF2E2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026714-537B-2DB1-BEE0-39365421F9B5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062A44BC-C0A1-3535-A501-62EC77A67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735B5C6-EA97-E245-1267-A3AACA6FBE05}"/>
              </a:ext>
            </a:extLst>
          </p:cNvPr>
          <p:cNvSpPr/>
          <p:nvPr/>
        </p:nvSpPr>
        <p:spPr>
          <a:xfrm>
            <a:off x="164468" y="362109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B11AAC-4B8F-48FD-E968-32460E16EBE5}"/>
              </a:ext>
            </a:extLst>
          </p:cNvPr>
          <p:cNvSpPr/>
          <p:nvPr/>
        </p:nvSpPr>
        <p:spPr>
          <a:xfrm>
            <a:off x="6974365" y="3620418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254743-C687-BD64-7F53-59B5D661657B}"/>
              </a:ext>
            </a:extLst>
          </p:cNvPr>
          <p:cNvSpPr/>
          <p:nvPr/>
        </p:nvSpPr>
        <p:spPr>
          <a:xfrm>
            <a:off x="6110600" y="3620418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F66D1D4-5B56-182D-1603-C08C9D615F71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880186"/>
          <a:ext cx="7632847" cy="263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품목코드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발번됩니다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| 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A0102-0001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634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품목명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분류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발주단위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9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      ○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07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품목설명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64" name="직사각형 63">
            <a:extLst>
              <a:ext uri="{FF2B5EF4-FFF2-40B4-BE49-F238E27FC236}">
                <a16:creationId xmlns:a16="http://schemas.microsoft.com/office/drawing/2014/main" id="{AB3153B9-78AA-7CC2-AB03-E1381ED28565}"/>
              </a:ext>
            </a:extLst>
          </p:cNvPr>
          <p:cNvSpPr/>
          <p:nvPr/>
        </p:nvSpPr>
        <p:spPr>
          <a:xfrm>
            <a:off x="1347023" y="2635303"/>
            <a:ext cx="6378285" cy="79369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108000" bIns="108000" rtlCol="0" anchor="t" anchorCtr="0"/>
          <a:lstStyle/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 Area</a:t>
            </a:r>
            <a:endParaRPr kumimoji="0"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398914D-1ED0-44F7-C9DE-3AEC4EFD3234}"/>
              </a:ext>
            </a:extLst>
          </p:cNvPr>
          <p:cNvSpPr/>
          <p:nvPr/>
        </p:nvSpPr>
        <p:spPr>
          <a:xfrm>
            <a:off x="1324145" y="1280993"/>
            <a:ext cx="6378285" cy="215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CE6BE45-884E-FDEA-0206-D771CE62283D}"/>
              </a:ext>
            </a:extLst>
          </p:cNvPr>
          <p:cNvSpPr/>
          <p:nvPr/>
        </p:nvSpPr>
        <p:spPr>
          <a:xfrm>
            <a:off x="1320516" y="195214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발주단위 선택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CA2F1E1-6699-97EA-242C-A97886884D56}"/>
              </a:ext>
            </a:extLst>
          </p:cNvPr>
          <p:cNvSpPr/>
          <p:nvPr/>
        </p:nvSpPr>
        <p:spPr>
          <a:xfrm>
            <a:off x="2130767" y="19521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4DBB40A-3BF5-3469-BD54-022D523C8708}"/>
              </a:ext>
            </a:extLst>
          </p:cNvPr>
          <p:cNvSpPr/>
          <p:nvPr/>
        </p:nvSpPr>
        <p:spPr>
          <a:xfrm>
            <a:off x="1316726" y="1618707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E928BC9-A620-53ED-C756-6F0D7749DFB4}"/>
              </a:ext>
            </a:extLst>
          </p:cNvPr>
          <p:cNvSpPr/>
          <p:nvPr/>
        </p:nvSpPr>
        <p:spPr>
          <a:xfrm>
            <a:off x="2691187" y="161870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17A4913-7555-D547-3D35-11D1B647F1B0}"/>
              </a:ext>
            </a:extLst>
          </p:cNvPr>
          <p:cNvSpPr/>
          <p:nvPr/>
        </p:nvSpPr>
        <p:spPr>
          <a:xfrm>
            <a:off x="2955883" y="1618707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531EDFF-ABBF-3416-C7E4-7E97FA31B705}"/>
              </a:ext>
            </a:extLst>
          </p:cNvPr>
          <p:cNvSpPr/>
          <p:nvPr/>
        </p:nvSpPr>
        <p:spPr>
          <a:xfrm>
            <a:off x="4330344" y="161870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0955C6D-3216-3CED-4BC4-8CACDFB4E78B}"/>
              </a:ext>
            </a:extLst>
          </p:cNvPr>
          <p:cNvSpPr/>
          <p:nvPr/>
        </p:nvSpPr>
        <p:spPr>
          <a:xfrm>
            <a:off x="4595040" y="1618707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F010E9E-8393-57ED-5D0E-742D2A980B1D}"/>
              </a:ext>
            </a:extLst>
          </p:cNvPr>
          <p:cNvSpPr/>
          <p:nvPr/>
        </p:nvSpPr>
        <p:spPr>
          <a:xfrm>
            <a:off x="5969501" y="161870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1B803D53-979B-6B77-1E59-3D1F219567B5}"/>
              </a:ext>
            </a:extLst>
          </p:cNvPr>
          <p:cNvSpPr/>
          <p:nvPr/>
        </p:nvSpPr>
        <p:spPr>
          <a:xfrm>
            <a:off x="41662" y="77738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F03238-FCD3-94B1-A8A5-39A12632FFFA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91A5465-A635-4861-C2BF-1D81938FF525}"/>
              </a:ext>
            </a:extLst>
          </p:cNvPr>
          <p:cNvSpPr/>
          <p:nvPr/>
        </p:nvSpPr>
        <p:spPr>
          <a:xfrm>
            <a:off x="1198043" y="179273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767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2124D-AD68-3D96-D28A-9A3AA044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7D259E0-0954-CB3B-1E65-15E040EC68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DDF75B-0896-7F50-C630-2357A29724B2}"/>
              </a:ext>
            </a:extLst>
          </p:cNvPr>
          <p:cNvSpPr txBox="1"/>
          <p:nvPr/>
        </p:nvSpPr>
        <p:spPr>
          <a:xfrm>
            <a:off x="749224" y="25608"/>
            <a:ext cx="19688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A35C1-0911-6083-EEEA-89477D2E47D8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0D473C-B05C-2555-5133-CA97B2876299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52392CD-F2F9-81AE-0756-83C807F02A2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1CFCF3B-6889-4DE6-2206-CF5F4E44F22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43C7C2-A228-FB5D-6369-379EAD270B8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57E386-C7B9-7943-0D37-84369489CBF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42EBD0-5ED8-C7D8-901D-43096274C13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28CB4D-E087-A83C-4309-57D6FC164EFF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F188AC0A-D981-13FC-1C14-707045ACC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4BFC0AF-D8FF-A057-C2ED-D9697BEA8F9B}"/>
              </a:ext>
            </a:extLst>
          </p:cNvPr>
          <p:cNvSpPr/>
          <p:nvPr/>
        </p:nvSpPr>
        <p:spPr>
          <a:xfrm>
            <a:off x="164468" y="4329778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766FFE-32E8-D16D-211C-06841E4C163E}"/>
              </a:ext>
            </a:extLst>
          </p:cNvPr>
          <p:cNvSpPr/>
          <p:nvPr/>
        </p:nvSpPr>
        <p:spPr>
          <a:xfrm>
            <a:off x="6974365" y="4329100"/>
            <a:ext cx="813083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419E64-C907-C037-C2CD-E3F4A4AE7DA7}"/>
              </a:ext>
            </a:extLst>
          </p:cNvPr>
          <p:cNvSpPr/>
          <p:nvPr/>
        </p:nvSpPr>
        <p:spPr>
          <a:xfrm>
            <a:off x="6110600" y="4329100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BC15915-7CD6-357A-B947-AAA806338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349071"/>
              </p:ext>
            </p:extLst>
          </p:nvPr>
        </p:nvGraphicFramePr>
        <p:xfrm>
          <a:off x="164468" y="880186"/>
          <a:ext cx="7632847" cy="335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품목코드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A0102-0001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634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품목명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 PCS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분류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제조사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ESS PCS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발주단위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9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  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07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품목설명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 PCS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에너지저장장치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AC(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DC(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변환할 때 전력 변환 손실을 줄여 효율을 높인 전력변환장치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(PCS)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뜻합니다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는 배터리 저장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PCS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BMS·EMS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제어로 구성되며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PCS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핵심 부품으로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AC↔DC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변환과 전압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주파수 조정까지 수행합니다.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2026.06.09 15:23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40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844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 수정일시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 10:45(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87159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57488C-CC7A-ED5C-E11B-325888135D0D}"/>
              </a:ext>
            </a:extLst>
          </p:cNvPr>
          <p:cNvSpPr/>
          <p:nvPr/>
        </p:nvSpPr>
        <p:spPr>
          <a:xfrm>
            <a:off x="1388604" y="4417111"/>
            <a:ext cx="439248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 삭제 시 유의사항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0C8AC0-19D4-AA41-0AAB-EA735B793D1A}"/>
              </a:ext>
            </a:extLst>
          </p:cNvPr>
          <p:cNvSpPr/>
          <p:nvPr/>
        </p:nvSpPr>
        <p:spPr>
          <a:xfrm>
            <a:off x="1388604" y="4690023"/>
            <a:ext cx="4392488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80A1F1-3329-7AFC-F43B-D423A2A97447}"/>
              </a:ext>
            </a:extLst>
          </p:cNvPr>
          <p:cNvSpPr/>
          <p:nvPr/>
        </p:nvSpPr>
        <p:spPr>
          <a:xfrm>
            <a:off x="5511092" y="4417111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EBF191-C638-213F-71D5-919B5ACF499A}"/>
              </a:ext>
            </a:extLst>
          </p:cNvPr>
          <p:cNvSpPr/>
          <p:nvPr/>
        </p:nvSpPr>
        <p:spPr>
          <a:xfrm>
            <a:off x="1496383" y="5103411"/>
            <a:ext cx="4176697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 품목을 삭제하면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해당 품목에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매핑된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정보들이 훼손될 수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있습니다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반드시 최고 관리자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운영자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사용해 주세요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그래도 진행하시겠습니까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22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05BB315D-5FBB-6E87-8B57-7AA5817B7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505" y="5260032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1475F999-179F-EE40-E5EC-0A03B7B1A554}"/>
              </a:ext>
            </a:extLst>
          </p:cNvPr>
          <p:cNvSpPr/>
          <p:nvPr/>
        </p:nvSpPr>
        <p:spPr>
          <a:xfrm>
            <a:off x="4143414" y="6091778"/>
            <a:ext cx="7859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삭제하기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5348FB1-6FBE-2B83-2A2E-64325F519E07}"/>
              </a:ext>
            </a:extLst>
          </p:cNvPr>
          <p:cNvSpPr/>
          <p:nvPr/>
        </p:nvSpPr>
        <p:spPr>
          <a:xfrm>
            <a:off x="4989093" y="6091778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11B6F06-7E08-99FE-551D-F7ADF1141932}"/>
              </a:ext>
            </a:extLst>
          </p:cNvPr>
          <p:cNvSpPr/>
          <p:nvPr/>
        </p:nvSpPr>
        <p:spPr>
          <a:xfrm>
            <a:off x="1519824" y="4786412"/>
            <a:ext cx="148438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 삭제 시 유의사항</a:t>
            </a:r>
            <a:endParaRPr lang="ko-KR" altLang="en-US" sz="11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89A77BC4-2142-DA52-040B-DBD792DC245C}"/>
              </a:ext>
            </a:extLst>
          </p:cNvPr>
          <p:cNvCxnSpPr>
            <a:cxnSpLocks/>
            <a:stCxn id="3" idx="2"/>
            <a:endCxn id="19" idx="3"/>
          </p:cNvCxnSpPr>
          <p:nvPr/>
        </p:nvCxnSpPr>
        <p:spPr>
          <a:xfrm rot="5400000">
            <a:off x="6076723" y="4321502"/>
            <a:ext cx="1008554" cy="1599815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647DDA-E780-AE82-2287-61CAB76F1379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0922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55FF-7728-6A02-F41F-87D1C0A2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FB9CE-F785-6C1C-1EB9-1AEEC4C69E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9A992-088B-EB7F-8594-46B77EDCB82D}"/>
              </a:ext>
            </a:extLst>
          </p:cNvPr>
          <p:cNvSpPr txBox="1"/>
          <p:nvPr/>
        </p:nvSpPr>
        <p:spPr>
          <a:xfrm>
            <a:off x="749224" y="25608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0B572-9864-E964-BD55-7EA25F3AF7F1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통합할 수 있다면 같이 관리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관리를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단계로 구성 필요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A650CAA-DDF5-E847-0446-5FABC95D28BE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140523A-A3F4-BFC9-C387-505129BDAA78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9BA2AA8-00A3-EDE0-F01D-AA9C24BEA91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1F0098-3580-41E0-97AC-0C7BA14C9BA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FDE112-F591-B4B2-9B48-860B85FAE463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6F6F99-8147-4355-5385-7AFA8A7D9C3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ABCEA0-EF6B-D4E5-24C0-F50C7CCFF55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FFF6DB1A-2BDB-ED26-BF9A-B5BFE3EE1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52DE86-761C-78F9-EE1F-E12FAD9C0623}"/>
              </a:ext>
            </a:extLst>
          </p:cNvPr>
          <p:cNvSpPr/>
          <p:nvPr/>
        </p:nvSpPr>
        <p:spPr>
          <a:xfrm>
            <a:off x="195586" y="818451"/>
            <a:ext cx="577081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 코드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C37756-607C-1ECD-0E1B-41EB89E0173E}"/>
              </a:ext>
            </a:extLst>
          </p:cNvPr>
          <p:cNvSpPr/>
          <p:nvPr/>
        </p:nvSpPr>
        <p:spPr>
          <a:xfrm>
            <a:off x="195587" y="1092566"/>
            <a:ext cx="2954846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024EEF-D452-B04E-1E06-8A42763A875F}"/>
              </a:ext>
            </a:extLst>
          </p:cNvPr>
          <p:cNvSpPr/>
          <p:nvPr/>
        </p:nvSpPr>
        <p:spPr>
          <a:xfrm>
            <a:off x="3098677" y="1092566"/>
            <a:ext cx="108012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7331AB-8D88-C402-28E2-CA57F9CE773D}"/>
              </a:ext>
            </a:extLst>
          </p:cNvPr>
          <p:cNvSpPr/>
          <p:nvPr/>
        </p:nvSpPr>
        <p:spPr>
          <a:xfrm>
            <a:off x="3098677" y="180340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2C5D44-4E89-39A6-5650-85A2F4DAF7A1}"/>
              </a:ext>
            </a:extLst>
          </p:cNvPr>
          <p:cNvSpPr/>
          <p:nvPr/>
        </p:nvSpPr>
        <p:spPr>
          <a:xfrm>
            <a:off x="301358" y="117145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D65203-979B-9809-6C49-7700C0859797}"/>
              </a:ext>
            </a:extLst>
          </p:cNvPr>
          <p:cNvSpPr/>
          <p:nvPr/>
        </p:nvSpPr>
        <p:spPr>
          <a:xfrm>
            <a:off x="910043" y="117145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5583C4-513C-7546-05FE-5BAB0DE4B6C0}"/>
              </a:ext>
            </a:extLst>
          </p:cNvPr>
          <p:cNvSpPr/>
          <p:nvPr/>
        </p:nvSpPr>
        <p:spPr>
          <a:xfrm>
            <a:off x="1174783" y="1171455"/>
            <a:ext cx="1149990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FF344D1-A56A-71D6-98D4-EE97721A42B1}"/>
              </a:ext>
            </a:extLst>
          </p:cNvPr>
          <p:cNvSpPr/>
          <p:nvPr/>
        </p:nvSpPr>
        <p:spPr>
          <a:xfrm>
            <a:off x="2374072" y="1171457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0A557041-6F0E-FC9B-8AA5-A2482FC87BFC}"/>
              </a:ext>
            </a:extLst>
          </p:cNvPr>
          <p:cNvSpPr/>
          <p:nvPr/>
        </p:nvSpPr>
        <p:spPr>
          <a:xfrm>
            <a:off x="141664" y="108757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8F947BC6-4CDA-E2B2-6780-4809AD7F48E0}"/>
              </a:ext>
            </a:extLst>
          </p:cNvPr>
          <p:cNvGraphicFramePr>
            <a:graphicFrameLocks noGrp="1"/>
          </p:cNvGraphicFramePr>
          <p:nvPr/>
        </p:nvGraphicFramePr>
        <p:xfrm>
          <a:off x="289732" y="1507662"/>
          <a:ext cx="2719051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060">
                  <a:extLst>
                    <a:ext uri="{9D8B030D-6E8A-4147-A177-3AD203B41FA5}">
                      <a16:colId xmlns:a16="http://schemas.microsoft.com/office/drawing/2014/main" val="979832847"/>
                    </a:ext>
                  </a:extLst>
                </a:gridCol>
                <a:gridCol w="804510">
                  <a:extLst>
                    <a:ext uri="{9D8B030D-6E8A-4147-A177-3AD203B41FA5}">
                      <a16:colId xmlns:a16="http://schemas.microsoft.com/office/drawing/2014/main" val="3716610691"/>
                    </a:ext>
                  </a:extLst>
                </a:gridCol>
                <a:gridCol w="576401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524080">
                  <a:extLst>
                    <a:ext uri="{9D8B030D-6E8A-4147-A177-3AD203B41FA5}">
                      <a16:colId xmlns:a16="http://schemas.microsoft.com/office/drawing/2014/main" val="4186297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대분류 코드명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제조사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구매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48335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15EFC081-96D8-9395-8EF4-C4B7BF49A926}"/>
              </a:ext>
            </a:extLst>
          </p:cNvPr>
          <p:cNvSpPr/>
          <p:nvPr/>
        </p:nvSpPr>
        <p:spPr>
          <a:xfrm>
            <a:off x="2601637" y="1908837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6B8B0C0-39CC-CECD-F4FA-08F500A4E9FF}"/>
              </a:ext>
            </a:extLst>
          </p:cNvPr>
          <p:cNvSpPr/>
          <p:nvPr/>
        </p:nvSpPr>
        <p:spPr>
          <a:xfrm>
            <a:off x="2601637" y="2245958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C1D20CE-16D5-9CA9-B391-34018845457F}"/>
              </a:ext>
            </a:extLst>
          </p:cNvPr>
          <p:cNvSpPr/>
          <p:nvPr/>
        </p:nvSpPr>
        <p:spPr>
          <a:xfrm>
            <a:off x="2601637" y="2583079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547565F-D35C-375B-4D40-F81C58DA8F3A}"/>
              </a:ext>
            </a:extLst>
          </p:cNvPr>
          <p:cNvSpPr/>
          <p:nvPr/>
        </p:nvSpPr>
        <p:spPr>
          <a:xfrm>
            <a:off x="2601637" y="2920200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34E7862-0C61-0CE8-D71C-08D29BF05E3D}"/>
              </a:ext>
            </a:extLst>
          </p:cNvPr>
          <p:cNvSpPr/>
          <p:nvPr/>
        </p:nvSpPr>
        <p:spPr>
          <a:xfrm>
            <a:off x="2601637" y="3257322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9D79C21-4C42-89F9-390D-D5DEEA4DECE1}"/>
              </a:ext>
            </a:extLst>
          </p:cNvPr>
          <p:cNvSpPr/>
          <p:nvPr/>
        </p:nvSpPr>
        <p:spPr>
          <a:xfrm>
            <a:off x="2601637" y="3594444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1555A9A-F7D0-82F7-E1D6-61D928092AFD}"/>
              </a:ext>
            </a:extLst>
          </p:cNvPr>
          <p:cNvSpPr/>
          <p:nvPr/>
        </p:nvSpPr>
        <p:spPr>
          <a:xfrm>
            <a:off x="3350706" y="818451"/>
            <a:ext cx="577081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 코드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638D55E-7714-85D1-3D30-4A72ABB26584}"/>
              </a:ext>
            </a:extLst>
          </p:cNvPr>
          <p:cNvSpPr/>
          <p:nvPr/>
        </p:nvSpPr>
        <p:spPr>
          <a:xfrm>
            <a:off x="3350707" y="1092566"/>
            <a:ext cx="3150466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EACFD3F-E2D2-0217-62F8-78E3497DE6F4}"/>
              </a:ext>
            </a:extLst>
          </p:cNvPr>
          <p:cNvSpPr/>
          <p:nvPr/>
        </p:nvSpPr>
        <p:spPr>
          <a:xfrm>
            <a:off x="6393160" y="1092566"/>
            <a:ext cx="108012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34E144E-E5B1-7048-CFB0-6042CFEA4322}"/>
              </a:ext>
            </a:extLst>
          </p:cNvPr>
          <p:cNvSpPr/>
          <p:nvPr/>
        </p:nvSpPr>
        <p:spPr>
          <a:xfrm>
            <a:off x="6393160" y="180340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08925E64-F47A-30F9-2769-BEC9EAE20233}"/>
              </a:ext>
            </a:extLst>
          </p:cNvPr>
          <p:cNvGraphicFramePr>
            <a:graphicFrameLocks noGrp="1"/>
          </p:cNvGraphicFramePr>
          <p:nvPr/>
        </p:nvGraphicFramePr>
        <p:xfrm>
          <a:off x="3444852" y="1170874"/>
          <a:ext cx="2839312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787">
                  <a:extLst>
                    <a:ext uri="{9D8B030D-6E8A-4147-A177-3AD203B41FA5}">
                      <a16:colId xmlns:a16="http://schemas.microsoft.com/office/drawing/2014/main" val="979832847"/>
                    </a:ext>
                  </a:extLst>
                </a:gridCol>
                <a:gridCol w="772650">
                  <a:extLst>
                    <a:ext uri="{9D8B030D-6E8A-4147-A177-3AD203B41FA5}">
                      <a16:colId xmlns:a16="http://schemas.microsoft.com/office/drawing/2014/main" val="3716610691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109734626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4186297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중분류 코드명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순서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001001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신재생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4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623333"/>
                  </a:ext>
                </a:extLst>
              </a:tr>
            </a:tbl>
          </a:graphicData>
        </a:graphic>
      </p:graphicFrame>
      <p:sp>
        <p:nvSpPr>
          <p:cNvPr id="59" name="직사각형 58">
            <a:extLst>
              <a:ext uri="{FF2B5EF4-FFF2-40B4-BE49-F238E27FC236}">
                <a16:creationId xmlns:a16="http://schemas.microsoft.com/office/drawing/2014/main" id="{12893FA7-B1B6-77CF-6D63-F0EE1EDF7472}"/>
              </a:ext>
            </a:extLst>
          </p:cNvPr>
          <p:cNvSpPr/>
          <p:nvPr/>
        </p:nvSpPr>
        <p:spPr>
          <a:xfrm>
            <a:off x="5973712" y="1572049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462F3C-63BC-FEA9-E94C-8A51409DC5FB}"/>
              </a:ext>
            </a:extLst>
          </p:cNvPr>
          <p:cNvSpPr/>
          <p:nvPr/>
        </p:nvSpPr>
        <p:spPr>
          <a:xfrm>
            <a:off x="5973712" y="1909170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9333E42-8DAA-4252-9E75-48D88C9B1BCE}"/>
              </a:ext>
            </a:extLst>
          </p:cNvPr>
          <p:cNvSpPr/>
          <p:nvPr/>
        </p:nvSpPr>
        <p:spPr>
          <a:xfrm>
            <a:off x="5973712" y="2246291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0C27A3F-EDB5-0A75-915A-1D641D293CD2}"/>
              </a:ext>
            </a:extLst>
          </p:cNvPr>
          <p:cNvSpPr/>
          <p:nvPr/>
        </p:nvSpPr>
        <p:spPr>
          <a:xfrm>
            <a:off x="5973712" y="2583412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748E763-7809-E262-D6D0-BFBE17C250EF}"/>
              </a:ext>
            </a:extLst>
          </p:cNvPr>
          <p:cNvSpPr/>
          <p:nvPr/>
        </p:nvSpPr>
        <p:spPr>
          <a:xfrm>
            <a:off x="5973712" y="2920534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A2089D0-9CF3-8E21-A205-101479C06C0E}"/>
              </a:ext>
            </a:extLst>
          </p:cNvPr>
          <p:cNvSpPr/>
          <p:nvPr/>
        </p:nvSpPr>
        <p:spPr>
          <a:xfrm>
            <a:off x="5973712" y="3257656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D725FA0-71C1-EF1A-EF70-07E3A766024C}"/>
              </a:ext>
            </a:extLst>
          </p:cNvPr>
          <p:cNvSpPr/>
          <p:nvPr/>
        </p:nvSpPr>
        <p:spPr>
          <a:xfrm>
            <a:off x="6604308" y="818451"/>
            <a:ext cx="577081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 코드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D3E1F43-122F-1303-FFD5-BB818306D313}"/>
              </a:ext>
            </a:extLst>
          </p:cNvPr>
          <p:cNvSpPr/>
          <p:nvPr/>
        </p:nvSpPr>
        <p:spPr>
          <a:xfrm>
            <a:off x="6604309" y="1092566"/>
            <a:ext cx="3150466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9EDEC8D-3781-6A9B-C8B3-5A8D9D55C8CB}"/>
              </a:ext>
            </a:extLst>
          </p:cNvPr>
          <p:cNvSpPr/>
          <p:nvPr/>
        </p:nvSpPr>
        <p:spPr>
          <a:xfrm>
            <a:off x="9646762" y="1092566"/>
            <a:ext cx="108012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B03757E-EFBD-7F13-66D5-68893ED1AE42}"/>
              </a:ext>
            </a:extLst>
          </p:cNvPr>
          <p:cNvSpPr/>
          <p:nvPr/>
        </p:nvSpPr>
        <p:spPr>
          <a:xfrm>
            <a:off x="9646762" y="180340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DD19D30E-4782-FF97-CAE6-428F81DD8E4E}"/>
              </a:ext>
            </a:extLst>
          </p:cNvPr>
          <p:cNvGraphicFramePr>
            <a:graphicFrameLocks noGrp="1"/>
          </p:cNvGraphicFramePr>
          <p:nvPr/>
        </p:nvGraphicFramePr>
        <p:xfrm>
          <a:off x="6698454" y="1170874"/>
          <a:ext cx="2839312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787">
                  <a:extLst>
                    <a:ext uri="{9D8B030D-6E8A-4147-A177-3AD203B41FA5}">
                      <a16:colId xmlns:a16="http://schemas.microsoft.com/office/drawing/2014/main" val="979832847"/>
                    </a:ext>
                  </a:extLst>
                </a:gridCol>
                <a:gridCol w="772650">
                  <a:extLst>
                    <a:ext uri="{9D8B030D-6E8A-4147-A177-3AD203B41FA5}">
                      <a16:colId xmlns:a16="http://schemas.microsoft.com/office/drawing/2014/main" val="3716610691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109734626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4186297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소분류 코드명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순서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001001001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BIPV</a:t>
                      </a: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ESS PCS</a:t>
                      </a: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수배전반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태양광 인버터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PV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4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474295"/>
                  </a:ext>
                </a:extLst>
              </a:tr>
            </a:tbl>
          </a:graphicData>
        </a:graphic>
      </p:graphicFrame>
      <p:sp>
        <p:nvSpPr>
          <p:cNvPr id="81" name="직사각형 80">
            <a:extLst>
              <a:ext uri="{FF2B5EF4-FFF2-40B4-BE49-F238E27FC236}">
                <a16:creationId xmlns:a16="http://schemas.microsoft.com/office/drawing/2014/main" id="{6E213379-E9DB-6A08-B517-D2330E8B0530}"/>
              </a:ext>
            </a:extLst>
          </p:cNvPr>
          <p:cNvSpPr/>
          <p:nvPr/>
        </p:nvSpPr>
        <p:spPr>
          <a:xfrm>
            <a:off x="9227314" y="1572049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FCA8AF6-2823-8B6B-35BB-6603501800E4}"/>
              </a:ext>
            </a:extLst>
          </p:cNvPr>
          <p:cNvSpPr/>
          <p:nvPr/>
        </p:nvSpPr>
        <p:spPr>
          <a:xfrm>
            <a:off x="9227314" y="1909170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36325C8-9E1C-59C8-5C0E-DC25F2392C33}"/>
              </a:ext>
            </a:extLst>
          </p:cNvPr>
          <p:cNvSpPr/>
          <p:nvPr/>
        </p:nvSpPr>
        <p:spPr>
          <a:xfrm>
            <a:off x="9227314" y="2246291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4130B4E-C0F2-7E68-F6ED-CDAE15EF83B5}"/>
              </a:ext>
            </a:extLst>
          </p:cNvPr>
          <p:cNvSpPr/>
          <p:nvPr/>
        </p:nvSpPr>
        <p:spPr>
          <a:xfrm>
            <a:off x="9227314" y="2583412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1F7947F5-7502-1253-0316-D61BC284F380}"/>
              </a:ext>
            </a:extLst>
          </p:cNvPr>
          <p:cNvSpPr/>
          <p:nvPr/>
        </p:nvSpPr>
        <p:spPr>
          <a:xfrm>
            <a:off x="9227314" y="2920534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B090997-FC65-86C5-0F6E-3B99727795AC}"/>
              </a:ext>
            </a:extLst>
          </p:cNvPr>
          <p:cNvSpPr/>
          <p:nvPr/>
        </p:nvSpPr>
        <p:spPr>
          <a:xfrm>
            <a:off x="9227314" y="3257656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8904055F-8E2A-30E4-207C-CA2C8E912DD5}"/>
              </a:ext>
            </a:extLst>
          </p:cNvPr>
          <p:cNvSpPr/>
          <p:nvPr/>
        </p:nvSpPr>
        <p:spPr>
          <a:xfrm>
            <a:off x="5055746" y="4041315"/>
            <a:ext cx="699002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순서 적용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E78A3D79-B556-FB85-BAAB-46B8217A04A5}"/>
              </a:ext>
            </a:extLst>
          </p:cNvPr>
          <p:cNvSpPr/>
          <p:nvPr/>
        </p:nvSpPr>
        <p:spPr>
          <a:xfrm>
            <a:off x="2508912" y="4041315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2EF0221-13BF-F9F8-8DFD-F7243716A1A6}"/>
              </a:ext>
            </a:extLst>
          </p:cNvPr>
          <p:cNvSpPr/>
          <p:nvPr/>
        </p:nvSpPr>
        <p:spPr>
          <a:xfrm>
            <a:off x="5807378" y="4041315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B1A92F88-07A2-D5AA-0211-741F48B07F19}"/>
              </a:ext>
            </a:extLst>
          </p:cNvPr>
          <p:cNvSpPr/>
          <p:nvPr/>
        </p:nvSpPr>
        <p:spPr>
          <a:xfrm>
            <a:off x="8321527" y="4041315"/>
            <a:ext cx="699002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순서 적용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0DB2C10-78C9-94EE-9003-628897CA9FB0}"/>
              </a:ext>
            </a:extLst>
          </p:cNvPr>
          <p:cNvSpPr/>
          <p:nvPr/>
        </p:nvSpPr>
        <p:spPr>
          <a:xfrm>
            <a:off x="9073159" y="4041315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C5156F7-3BC8-5DDF-E689-D95527A689FD}"/>
              </a:ext>
            </a:extLst>
          </p:cNvPr>
          <p:cNvSpPr/>
          <p:nvPr/>
        </p:nvSpPr>
        <p:spPr>
          <a:xfrm>
            <a:off x="195586" y="4630975"/>
            <a:ext cx="491251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9FD45FD-DBE8-9479-2229-4EAAB4ABB68F}"/>
              </a:ext>
            </a:extLst>
          </p:cNvPr>
          <p:cNvSpPr/>
          <p:nvPr/>
        </p:nvSpPr>
        <p:spPr>
          <a:xfrm>
            <a:off x="195586" y="4903888"/>
            <a:ext cx="4912518" cy="4038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2F3976B-2542-76C0-35BD-A3EDA184AC20}"/>
              </a:ext>
            </a:extLst>
          </p:cNvPr>
          <p:cNvSpPr/>
          <p:nvPr/>
        </p:nvSpPr>
        <p:spPr>
          <a:xfrm>
            <a:off x="4817817" y="4630975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1D0215B-D953-15E0-C8E4-CE919B51F94B}"/>
              </a:ext>
            </a:extLst>
          </p:cNvPr>
          <p:cNvSpPr/>
          <p:nvPr/>
        </p:nvSpPr>
        <p:spPr>
          <a:xfrm>
            <a:off x="4288798" y="8467628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142FA6FE-647F-A821-F5E9-1A61BAA69D18}"/>
              </a:ext>
            </a:extLst>
          </p:cNvPr>
          <p:cNvSpPr/>
          <p:nvPr/>
        </p:nvSpPr>
        <p:spPr>
          <a:xfrm>
            <a:off x="326806" y="5000276"/>
            <a:ext cx="64601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</a:p>
        </p:txBody>
      </p:sp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01195AC1-09C8-930E-0490-8E3FC8412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700366"/>
              </p:ext>
            </p:extLst>
          </p:nvPr>
        </p:nvGraphicFramePr>
        <p:xfrm>
          <a:off x="325769" y="5309134"/>
          <a:ext cx="4656853" cy="30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3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39521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대분류 코드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[001]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제조사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중분류 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[001001]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030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001001001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 발번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코드명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●사용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   ○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708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 설명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361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2026.06.09 15:23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872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126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 수정일시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 10:45(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588875"/>
                  </a:ext>
                </a:extLst>
              </a:tr>
            </a:tbl>
          </a:graphicData>
        </a:graphic>
      </p:graphicFrame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7FA5363-988C-3C01-FF51-CDC8EF86FC76}"/>
              </a:ext>
            </a:extLst>
          </p:cNvPr>
          <p:cNvSpPr/>
          <p:nvPr/>
        </p:nvSpPr>
        <p:spPr>
          <a:xfrm>
            <a:off x="1667802" y="6377420"/>
            <a:ext cx="173976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1A435EA-9997-B665-606C-8C7A3208FB9D}"/>
              </a:ext>
            </a:extLst>
          </p:cNvPr>
          <p:cNvSpPr/>
          <p:nvPr/>
        </p:nvSpPr>
        <p:spPr>
          <a:xfrm>
            <a:off x="1674637" y="7054073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7E2CD3A-3F3B-D05A-495E-92F061A83E22}"/>
              </a:ext>
            </a:extLst>
          </p:cNvPr>
          <p:cNvSpPr/>
          <p:nvPr/>
        </p:nvSpPr>
        <p:spPr>
          <a:xfrm>
            <a:off x="3534334" y="8467628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92F3DE31-98AD-9136-3A3C-65CFE39836C6}"/>
              </a:ext>
            </a:extLst>
          </p:cNvPr>
          <p:cNvSpPr/>
          <p:nvPr/>
        </p:nvSpPr>
        <p:spPr>
          <a:xfrm>
            <a:off x="2779870" y="8467628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71FDA16A-F150-DD3B-079A-28AB89EAF6CC}"/>
              </a:ext>
            </a:extLst>
          </p:cNvPr>
          <p:cNvCxnSpPr>
            <a:cxnSpLocks/>
            <a:stCxn id="101" idx="2"/>
            <a:endCxn id="105" idx="0"/>
          </p:cNvCxnSpPr>
          <p:nvPr/>
        </p:nvCxnSpPr>
        <p:spPr>
          <a:xfrm rot="5400000">
            <a:off x="5886288" y="1094904"/>
            <a:ext cx="301628" cy="6770514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꺾임 126">
            <a:extLst>
              <a:ext uri="{FF2B5EF4-FFF2-40B4-BE49-F238E27FC236}">
                <a16:creationId xmlns:a16="http://schemas.microsoft.com/office/drawing/2014/main" id="{293E05D6-A908-CEA2-3732-D9AEF2DE7201}"/>
              </a:ext>
            </a:extLst>
          </p:cNvPr>
          <p:cNvCxnSpPr>
            <a:cxnSpLocks/>
            <a:stCxn id="97" idx="2"/>
            <a:endCxn id="105" idx="0"/>
          </p:cNvCxnSpPr>
          <p:nvPr/>
        </p:nvCxnSpPr>
        <p:spPr>
          <a:xfrm rot="5400000">
            <a:off x="4253398" y="2727795"/>
            <a:ext cx="301628" cy="350473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8AD121C1-D035-F70A-1BF8-B26CA7F97C33}"/>
              </a:ext>
            </a:extLst>
          </p:cNvPr>
          <p:cNvCxnSpPr>
            <a:cxnSpLocks/>
            <a:stCxn id="95" idx="2"/>
            <a:endCxn id="105" idx="0"/>
          </p:cNvCxnSpPr>
          <p:nvPr/>
        </p:nvCxnSpPr>
        <p:spPr>
          <a:xfrm rot="5400000">
            <a:off x="2604165" y="4377028"/>
            <a:ext cx="301628" cy="20626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9DFA63-515F-318B-05C9-D97B994F4BB8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1844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CA177-D0B8-9A2F-C228-C846A3EA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F379FFC-747F-0FC4-FD98-D38C4EEC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366772-F3CD-619F-111D-4F51A0A9C050}"/>
              </a:ext>
            </a:extLst>
          </p:cNvPr>
          <p:cNvSpPr txBox="1"/>
          <p:nvPr/>
        </p:nvSpPr>
        <p:spPr>
          <a:xfrm>
            <a:off x="749224" y="25608"/>
            <a:ext cx="17700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8AE883-943E-B174-93CB-606F1F214873}"/>
              </a:ext>
            </a:extLst>
          </p:cNvPr>
          <p:cNvSpPr txBox="1"/>
          <p:nvPr/>
        </p:nvSpPr>
        <p:spPr>
          <a:xfrm>
            <a:off x="8049344" y="584684"/>
            <a:ext cx="1856656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 등록을 편하게 하기 위한 템플릿 관리 기능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명칭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등록자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16856DA-12D5-B5C6-5BF8-B4F6F3EEAA9D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4102B2A-E6D6-C223-F99B-612CA1FDCF8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698E5E-291E-504C-EAD8-A087840C6D8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7117FB-5739-FA58-94BB-6000C4E90A53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BAD4AD-F39C-4781-34ED-981FF13B3AA7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402F4D-5600-35D4-DB3B-DAF295E855EC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D630D951-35B3-5342-68F5-93E38F61E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86F9AF-BECF-69BA-CEDA-529DED2D66C1}"/>
              </a:ext>
            </a:extLst>
          </p:cNvPr>
          <p:cNvSpPr/>
          <p:nvPr/>
        </p:nvSpPr>
        <p:spPr>
          <a:xfrm>
            <a:off x="164468" y="403565"/>
            <a:ext cx="108042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9A7076E-AF87-7298-3216-4913CEC42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881710"/>
              </p:ext>
            </p:extLst>
          </p:nvPr>
        </p:nvGraphicFramePr>
        <p:xfrm>
          <a:off x="171330" y="1926817"/>
          <a:ext cx="7725373" cy="1351680"/>
        </p:xfrm>
        <a:graphic>
          <a:graphicData uri="http://schemas.openxmlformats.org/drawingml/2006/table">
            <a:tbl>
              <a:tblPr firstRow="1" bandRow="1"/>
              <a:tblGrid>
                <a:gridCol w="64342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662814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1101492">
                  <a:extLst>
                    <a:ext uri="{9D8B030D-6E8A-4147-A177-3AD203B41FA5}">
                      <a16:colId xmlns:a16="http://schemas.microsoft.com/office/drawing/2014/main" val="3081933007"/>
                    </a:ext>
                  </a:extLst>
                </a:gridCol>
                <a:gridCol w="6415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910155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  <a:gridCol w="531161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  <a:gridCol w="617389">
                  <a:extLst>
                    <a:ext uri="{9D8B030D-6E8A-4147-A177-3AD203B41FA5}">
                      <a16:colId xmlns:a16="http://schemas.microsoft.com/office/drawing/2014/main" val="1874726649"/>
                    </a:ext>
                  </a:extLst>
                </a:gridCol>
                <a:gridCol w="617389">
                  <a:extLst>
                    <a:ext uri="{9D8B030D-6E8A-4147-A177-3AD203B41FA5}">
                      <a16:colId xmlns:a16="http://schemas.microsoft.com/office/drawing/2014/main" val="634847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공통 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명칭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심사/평가 항목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1,524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 사업 기준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사업에 쓰이는 심사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1,523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1,522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A41BE8-54CC-968E-7914-F4103ECDBEF2}"/>
              </a:ext>
            </a:extLst>
          </p:cNvPr>
          <p:cNvSpPr/>
          <p:nvPr/>
        </p:nvSpPr>
        <p:spPr>
          <a:xfrm>
            <a:off x="164468" y="834984"/>
            <a:ext cx="7740859" cy="6824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AC4501-52BA-9656-2D8A-F02DD8E1ECDA}"/>
              </a:ext>
            </a:extLst>
          </p:cNvPr>
          <p:cNvSpPr/>
          <p:nvPr/>
        </p:nvSpPr>
        <p:spPr>
          <a:xfrm>
            <a:off x="1408523" y="116978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FF79678-14BE-267B-FD78-4BE4C02D6C6F}"/>
              </a:ext>
            </a:extLst>
          </p:cNvPr>
          <p:cNvSpPr/>
          <p:nvPr/>
        </p:nvSpPr>
        <p:spPr>
          <a:xfrm>
            <a:off x="2218774" y="116978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ECF6020-E5AE-D4C0-C7ED-47934B99E683}"/>
              </a:ext>
            </a:extLst>
          </p:cNvPr>
          <p:cNvSpPr/>
          <p:nvPr/>
        </p:nvSpPr>
        <p:spPr>
          <a:xfrm>
            <a:off x="2533911" y="1169782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0CE3C30-5FDF-0E2E-D09C-F3C030E2744E}"/>
              </a:ext>
            </a:extLst>
          </p:cNvPr>
          <p:cNvSpPr/>
          <p:nvPr/>
        </p:nvSpPr>
        <p:spPr>
          <a:xfrm>
            <a:off x="6241919" y="1169784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FD8E4E-FE45-6DFD-54BE-472D10B652AF}"/>
              </a:ext>
            </a:extLst>
          </p:cNvPr>
          <p:cNvSpPr txBox="1"/>
          <p:nvPr/>
        </p:nvSpPr>
        <p:spPr>
          <a:xfrm>
            <a:off x="235849" y="1176927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302FDC0-1712-E77A-82AC-3933F77EF3AD}"/>
              </a:ext>
            </a:extLst>
          </p:cNvPr>
          <p:cNvSpPr/>
          <p:nvPr/>
        </p:nvSpPr>
        <p:spPr>
          <a:xfrm>
            <a:off x="6867034" y="163905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6BACFD7-06E7-6BDE-923A-A56A2524B16B}"/>
              </a:ext>
            </a:extLst>
          </p:cNvPr>
          <p:cNvSpPr/>
          <p:nvPr/>
        </p:nvSpPr>
        <p:spPr>
          <a:xfrm>
            <a:off x="7688496" y="163905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813F94-8734-B090-5373-F28794E03F73}"/>
              </a:ext>
            </a:extLst>
          </p:cNvPr>
          <p:cNvSpPr txBox="1"/>
          <p:nvPr/>
        </p:nvSpPr>
        <p:spPr>
          <a:xfrm>
            <a:off x="181506" y="1625534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08B6376-BE67-4EB5-8C5A-7C363F784628}"/>
              </a:ext>
            </a:extLst>
          </p:cNvPr>
          <p:cNvSpPr txBox="1"/>
          <p:nvPr/>
        </p:nvSpPr>
        <p:spPr>
          <a:xfrm>
            <a:off x="235849" y="916674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사용여부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●전체      ○사용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(Y)      ○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중지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(N)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703F2A59-E95D-17E8-9DCC-66E19C3005A0}"/>
              </a:ext>
            </a:extLst>
          </p:cNvPr>
          <p:cNvGrpSpPr/>
          <p:nvPr/>
        </p:nvGrpSpPr>
        <p:grpSpPr>
          <a:xfrm>
            <a:off x="2004219" y="3410248"/>
            <a:ext cx="4025354" cy="216024"/>
            <a:chOff x="2992062" y="4869160"/>
            <a:chExt cx="4025354" cy="216024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091A2F8D-767D-752D-8DFD-22CB50ED642C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1C811DE-4CCE-31CC-31B2-75A4C0E8491F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6ADF9781-4E2E-54B9-40A1-45611E5AED09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2AA0CC46-9647-C60F-023E-1295BE3C9206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AE4F15B-3AF4-58C1-15D0-237026ED9C78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0CE9C73-627C-14B2-A781-822EC1FE1A56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507ADC9F-4C9D-2FC4-A2B2-9B7332A054C9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54045171-3932-74E3-E3CA-78C513AD749E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460CBA76-61D5-C9B0-6658-21F8738E7B22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B4853B7C-047D-3EDE-31EA-E163D777A180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748C959C-7C52-890C-833E-2D525BEDC4F5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B7F6D518-6A54-94A1-34D4-6DA7219726BD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943EC559-1F60-9BF1-F027-F1D3A588D856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0BC01219-8357-C1D3-B735-B0CE67D9AC0E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77C575B-6EDF-23FB-FABD-7F32E20783A7}"/>
              </a:ext>
            </a:extLst>
          </p:cNvPr>
          <p:cNvSpPr/>
          <p:nvPr/>
        </p:nvSpPr>
        <p:spPr>
          <a:xfrm>
            <a:off x="6645189" y="3638800"/>
            <a:ext cx="125151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등록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EEDB6CFC-7E6C-5EF8-8769-2E98183F5FFE}"/>
              </a:ext>
            </a:extLst>
          </p:cNvPr>
          <p:cNvSpPr/>
          <p:nvPr/>
        </p:nvSpPr>
        <p:spPr>
          <a:xfrm>
            <a:off x="164468" y="4121504"/>
            <a:ext cx="403004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3B4164F2-5F64-DFCB-F40D-7BD9FF3A90DC}"/>
              </a:ext>
            </a:extLst>
          </p:cNvPr>
          <p:cNvSpPr/>
          <p:nvPr/>
        </p:nvSpPr>
        <p:spPr>
          <a:xfrm>
            <a:off x="164468" y="4394417"/>
            <a:ext cx="4030044" cy="1634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D647B4F4-4FF6-1C8C-8237-912264F6C29B}"/>
              </a:ext>
            </a:extLst>
          </p:cNvPr>
          <p:cNvSpPr/>
          <p:nvPr/>
        </p:nvSpPr>
        <p:spPr>
          <a:xfrm>
            <a:off x="3924512" y="412150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8EF43D8F-9F2D-69E1-DEDB-F7CB24888215}"/>
              </a:ext>
            </a:extLst>
          </p:cNvPr>
          <p:cNvSpPr/>
          <p:nvPr/>
        </p:nvSpPr>
        <p:spPr>
          <a:xfrm>
            <a:off x="3362057" y="556472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0161B7E-8DB1-1814-5EBB-DC8BE3EC10D7}"/>
              </a:ext>
            </a:extLst>
          </p:cNvPr>
          <p:cNvSpPr/>
          <p:nvPr/>
        </p:nvSpPr>
        <p:spPr>
          <a:xfrm>
            <a:off x="295688" y="4490805"/>
            <a:ext cx="12711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</a:p>
        </p:txBody>
      </p:sp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62C20232-7848-8730-6793-5E186271D907}"/>
              </a:ext>
            </a:extLst>
          </p:cNvPr>
          <p:cNvGraphicFramePr>
            <a:graphicFrameLocks noGrp="1"/>
          </p:cNvGraphicFramePr>
          <p:nvPr/>
        </p:nvGraphicFramePr>
        <p:xfrm>
          <a:off x="294651" y="4799663"/>
          <a:ext cx="3804751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3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54311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 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명칭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FD114ED-D6D9-7522-8BE7-F053316E1223}"/>
              </a:ext>
            </a:extLst>
          </p:cNvPr>
          <p:cNvSpPr/>
          <p:nvPr/>
        </p:nvSpPr>
        <p:spPr>
          <a:xfrm>
            <a:off x="1636684" y="4868581"/>
            <a:ext cx="244917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작성해 주세요.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73343AB-408C-3380-A033-993E2CA63E9F}"/>
              </a:ext>
            </a:extLst>
          </p:cNvPr>
          <p:cNvSpPr/>
          <p:nvPr/>
        </p:nvSpPr>
        <p:spPr>
          <a:xfrm>
            <a:off x="6761826" y="2331130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F8A3C059-A624-FC7C-6211-F509DF4211B1}"/>
              </a:ext>
            </a:extLst>
          </p:cNvPr>
          <p:cNvSpPr/>
          <p:nvPr/>
        </p:nvSpPr>
        <p:spPr>
          <a:xfrm>
            <a:off x="7358451" y="2331130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7369386B-738C-8960-9916-C67471C398ED}"/>
              </a:ext>
            </a:extLst>
          </p:cNvPr>
          <p:cNvSpPr/>
          <p:nvPr/>
        </p:nvSpPr>
        <p:spPr>
          <a:xfrm>
            <a:off x="6761826" y="2665342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BD8B862D-2108-A1F0-DE02-87EE34003A24}"/>
              </a:ext>
            </a:extLst>
          </p:cNvPr>
          <p:cNvSpPr/>
          <p:nvPr/>
        </p:nvSpPr>
        <p:spPr>
          <a:xfrm>
            <a:off x="7358451" y="2665342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EA70167-ECF4-03AC-C7E1-0F67FB9A80A8}"/>
              </a:ext>
            </a:extLst>
          </p:cNvPr>
          <p:cNvSpPr/>
          <p:nvPr/>
        </p:nvSpPr>
        <p:spPr>
          <a:xfrm>
            <a:off x="6761826" y="2999554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592F2976-8EC1-A3AD-B6E9-79789566628A}"/>
              </a:ext>
            </a:extLst>
          </p:cNvPr>
          <p:cNvSpPr/>
          <p:nvPr/>
        </p:nvSpPr>
        <p:spPr>
          <a:xfrm>
            <a:off x="7358451" y="2999554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C5A96F66-ECDE-A66D-95A4-864C1FAB2FE5}"/>
              </a:ext>
            </a:extLst>
          </p:cNvPr>
          <p:cNvSpPr/>
          <p:nvPr/>
        </p:nvSpPr>
        <p:spPr>
          <a:xfrm>
            <a:off x="2608097" y="556472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773C0F48-B4B9-D345-F75F-6E5219CF80D7}"/>
              </a:ext>
            </a:extLst>
          </p:cNvPr>
          <p:cNvSpPr/>
          <p:nvPr/>
        </p:nvSpPr>
        <p:spPr>
          <a:xfrm>
            <a:off x="1854137" y="556472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cxnSp>
        <p:nvCxnSpPr>
          <p:cNvPr id="151" name="연결선: 꺾임 150">
            <a:extLst>
              <a:ext uri="{FF2B5EF4-FFF2-40B4-BE49-F238E27FC236}">
                <a16:creationId xmlns:a16="http://schemas.microsoft.com/office/drawing/2014/main" id="{913C5424-EB2F-C96C-AE4F-8ADB1676BD45}"/>
              </a:ext>
            </a:extLst>
          </p:cNvPr>
          <p:cNvCxnSpPr>
            <a:cxnSpLocks/>
            <a:stCxn id="104" idx="1"/>
            <a:endCxn id="117" idx="0"/>
          </p:cNvCxnSpPr>
          <p:nvPr/>
        </p:nvCxnSpPr>
        <p:spPr>
          <a:xfrm rot="10800000" flipV="1">
            <a:off x="2179491" y="3782816"/>
            <a:ext cx="4465699" cy="338688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8FDCCC71-F47D-329C-F4D3-3A4DB63C8015}"/>
              </a:ext>
            </a:extLst>
          </p:cNvPr>
          <p:cNvSpPr/>
          <p:nvPr/>
        </p:nvSpPr>
        <p:spPr>
          <a:xfrm>
            <a:off x="5736118" y="4120399"/>
            <a:ext cx="3894872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삭제 시 유의사항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954251B2-6494-80B0-2493-D6D22D25AAF2}"/>
              </a:ext>
            </a:extLst>
          </p:cNvPr>
          <p:cNvSpPr/>
          <p:nvPr/>
        </p:nvSpPr>
        <p:spPr>
          <a:xfrm>
            <a:off x="5736118" y="4393311"/>
            <a:ext cx="3894872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F39CA7C6-E558-1B79-BB9B-423E7C80BBB1}"/>
              </a:ext>
            </a:extLst>
          </p:cNvPr>
          <p:cNvSpPr/>
          <p:nvPr/>
        </p:nvSpPr>
        <p:spPr>
          <a:xfrm>
            <a:off x="9363260" y="4120399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A6F49C19-A32D-2476-3734-5AFF76E3CF50}"/>
              </a:ext>
            </a:extLst>
          </p:cNvPr>
          <p:cNvSpPr/>
          <p:nvPr/>
        </p:nvSpPr>
        <p:spPr>
          <a:xfrm>
            <a:off x="5843897" y="4806699"/>
            <a:ext cx="3654363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 심사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평가를 삭제하면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매핑된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정보들이 훼손될 수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있습니다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반드시 최고 관리자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운영자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사용해 주세요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그래도 진행하시겠습니까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72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A5D92417-F1B5-9175-4B92-1A97A5C4D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019" y="4963320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14396718-400C-31A5-36B3-9A3A71EAE114}"/>
              </a:ext>
            </a:extLst>
          </p:cNvPr>
          <p:cNvSpPr/>
          <p:nvPr/>
        </p:nvSpPr>
        <p:spPr>
          <a:xfrm>
            <a:off x="7956051" y="5795066"/>
            <a:ext cx="7859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삭제하기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125E275B-3493-113C-57AB-6B2DFF1C8385}"/>
              </a:ext>
            </a:extLst>
          </p:cNvPr>
          <p:cNvSpPr/>
          <p:nvPr/>
        </p:nvSpPr>
        <p:spPr>
          <a:xfrm>
            <a:off x="8801730" y="5795066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7B35E1B1-6544-4F45-A199-73EC01919AC0}"/>
              </a:ext>
            </a:extLst>
          </p:cNvPr>
          <p:cNvSpPr/>
          <p:nvPr/>
        </p:nvSpPr>
        <p:spPr>
          <a:xfrm>
            <a:off x="5867338" y="4489700"/>
            <a:ext cx="201657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삭제 시 유의사항</a:t>
            </a:r>
          </a:p>
        </p:txBody>
      </p:sp>
      <p:cxnSp>
        <p:nvCxnSpPr>
          <p:cNvPr id="179" name="연결선: 꺾임 178">
            <a:extLst>
              <a:ext uri="{FF2B5EF4-FFF2-40B4-BE49-F238E27FC236}">
                <a16:creationId xmlns:a16="http://schemas.microsoft.com/office/drawing/2014/main" id="{6D86F9E4-87A1-7663-302F-2340BDA1D08B}"/>
              </a:ext>
            </a:extLst>
          </p:cNvPr>
          <p:cNvCxnSpPr>
            <a:cxnSpLocks/>
            <a:stCxn id="145" idx="3"/>
            <a:endCxn id="166" idx="3"/>
          </p:cNvCxnSpPr>
          <p:nvPr/>
        </p:nvCxnSpPr>
        <p:spPr>
          <a:xfrm>
            <a:off x="7817305" y="3107275"/>
            <a:ext cx="1813685" cy="2221699"/>
          </a:xfrm>
          <a:prstGeom prst="bentConnector3">
            <a:avLst>
              <a:gd name="adj1" fmla="val 112604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485F4411-1D21-D759-E4AF-CFAD199D9092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6699530-BBDC-D6E2-12EA-15E76DB0C1E9}"/>
              </a:ext>
            </a:extLst>
          </p:cNvPr>
          <p:cNvSpPr/>
          <p:nvPr/>
        </p:nvSpPr>
        <p:spPr>
          <a:xfrm>
            <a:off x="56456" y="21844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507C64B-02C5-AAD5-93EC-2F4B8AAC9520}"/>
              </a:ext>
            </a:extLst>
          </p:cNvPr>
          <p:cNvSpPr/>
          <p:nvPr/>
        </p:nvSpPr>
        <p:spPr>
          <a:xfrm>
            <a:off x="1263784" y="105462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9636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01122-C178-2F1C-C838-AD1D7B96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B46EE0C-9B67-E4DF-590B-B485EB3881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8D441B-E49C-C537-70EE-35B9523F9586}"/>
              </a:ext>
            </a:extLst>
          </p:cNvPr>
          <p:cNvSpPr txBox="1"/>
          <p:nvPr/>
        </p:nvSpPr>
        <p:spPr>
          <a:xfrm>
            <a:off x="749224" y="25608"/>
            <a:ext cx="17700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32EC8-2453-6C77-9758-188993DBCA13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E99C1A6-4CAC-D1A3-2979-53A47F3B3949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4F92BF0-0F70-8CBF-C66A-CDE8AF587EB7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104323-8AFA-6F71-A854-462C7B7629A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FDF62B-A5DF-E506-948B-1A67865058D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1D7131-20AB-D335-F6F2-DCCC1D6956D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DDD267-BD3C-A018-0422-3744A6BB4858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893FCCBA-12CD-69B5-71A4-7B74FFD1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FC479F-5A5C-DC30-1E90-9C01CC28E0EB}"/>
              </a:ext>
            </a:extLst>
          </p:cNvPr>
          <p:cNvSpPr/>
          <p:nvPr/>
        </p:nvSpPr>
        <p:spPr>
          <a:xfrm>
            <a:off x="164468" y="403565"/>
            <a:ext cx="108042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8EEEB4A-27DC-3C86-C1B7-8EC790E25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580839"/>
              </p:ext>
            </p:extLst>
          </p:nvPr>
        </p:nvGraphicFramePr>
        <p:xfrm>
          <a:off x="171329" y="820150"/>
          <a:ext cx="7732607" cy="675840"/>
        </p:xfrm>
        <a:graphic>
          <a:graphicData uri="http://schemas.openxmlformats.org/drawingml/2006/table">
            <a:tbl>
              <a:tblPr firstRow="1" bandRow="1"/>
              <a:tblGrid>
                <a:gridCol w="3928736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1034049">
                  <a:extLst>
                    <a:ext uri="{9D8B030D-6E8A-4147-A177-3AD203B41FA5}">
                      <a16:colId xmlns:a16="http://schemas.microsoft.com/office/drawing/2014/main" val="3081933007"/>
                    </a:ext>
                  </a:extLst>
                </a:gridCol>
                <a:gridCol w="792996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25013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  <a:gridCol w="851813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공통 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명칭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심사/평가 항목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 사업 기준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사업에 쓰이는 심사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602253B-35BB-2A96-DDD6-155DED72519A}"/>
              </a:ext>
            </a:extLst>
          </p:cNvPr>
          <p:cNvSpPr txBox="1"/>
          <p:nvPr/>
        </p:nvSpPr>
        <p:spPr>
          <a:xfrm>
            <a:off x="164468" y="1604335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심사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F6F19A7-E5FD-EF30-0DEB-92A0B6A14DE0}"/>
              </a:ext>
            </a:extLst>
          </p:cNvPr>
          <p:cNvGraphicFramePr>
            <a:graphicFrameLocks noGrp="1"/>
          </p:cNvGraphicFramePr>
          <p:nvPr/>
        </p:nvGraphicFramePr>
        <p:xfrm>
          <a:off x="171332" y="1887423"/>
          <a:ext cx="7710143" cy="1689600"/>
        </p:xfrm>
        <a:graphic>
          <a:graphicData uri="http://schemas.openxmlformats.org/drawingml/2006/table">
            <a:tbl>
              <a:tblPr firstRow="1" bandRow="1"/>
              <a:tblGrid>
                <a:gridCol w="41485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292602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163703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6206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225937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  <a:gridCol w="892617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  <a:gridCol w="792514">
                  <a:extLst>
                    <a:ext uri="{9D8B030D-6E8A-4147-A177-3AD203B41FA5}">
                      <a16:colId xmlns:a16="http://schemas.microsoft.com/office/drawing/2014/main" val="2389845546"/>
                    </a:ext>
                  </a:extLst>
                </a:gridCol>
                <a:gridCol w="792514">
                  <a:extLst>
                    <a:ext uri="{9D8B030D-6E8A-4147-A177-3AD203B41FA5}">
                      <a16:colId xmlns:a16="http://schemas.microsoft.com/office/drawing/2014/main" val="1874726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평가 항목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배점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자가심사 여부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순서 조정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시공경험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일반공사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비계량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정성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 평가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불필요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배점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80.00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65154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777A99-B747-5312-FADD-0CABF874CD94}"/>
              </a:ext>
            </a:extLst>
          </p:cNvPr>
          <p:cNvSpPr/>
          <p:nvPr/>
        </p:nvSpPr>
        <p:spPr>
          <a:xfrm>
            <a:off x="6452473" y="2290763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CF8C02F-D758-4650-1CDC-503D754D3C44}"/>
              </a:ext>
            </a:extLst>
          </p:cNvPr>
          <p:cNvSpPr/>
          <p:nvPr/>
        </p:nvSpPr>
        <p:spPr>
          <a:xfrm>
            <a:off x="6452473" y="2629961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AD8FCC-F1C5-73D3-6E55-3104B7F2FA98}"/>
              </a:ext>
            </a:extLst>
          </p:cNvPr>
          <p:cNvSpPr/>
          <p:nvPr/>
        </p:nvSpPr>
        <p:spPr>
          <a:xfrm>
            <a:off x="6452473" y="2969159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01CF8F4-E2FF-E42D-C9E9-271C0CEF414B}"/>
              </a:ext>
            </a:extLst>
          </p:cNvPr>
          <p:cNvSpPr/>
          <p:nvPr/>
        </p:nvSpPr>
        <p:spPr>
          <a:xfrm>
            <a:off x="6019413" y="3654197"/>
            <a:ext cx="1095462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 추가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E7F107B-6B09-F7FB-0636-915681926CD5}"/>
              </a:ext>
            </a:extLst>
          </p:cNvPr>
          <p:cNvSpPr/>
          <p:nvPr/>
        </p:nvSpPr>
        <p:spPr>
          <a:xfrm>
            <a:off x="5249625" y="3654197"/>
            <a:ext cx="699002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순서 적용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F28714-A3DE-0BC7-A15E-56A54BCA03AA}"/>
              </a:ext>
            </a:extLst>
          </p:cNvPr>
          <p:cNvSpPr/>
          <p:nvPr/>
        </p:nvSpPr>
        <p:spPr>
          <a:xfrm>
            <a:off x="7185660" y="3654197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A23ABAC-CAE1-803F-A7EA-7448C6F245EB}"/>
              </a:ext>
            </a:extLst>
          </p:cNvPr>
          <p:cNvSpPr/>
          <p:nvPr/>
        </p:nvSpPr>
        <p:spPr>
          <a:xfrm>
            <a:off x="1120602" y="4257092"/>
            <a:ext cx="491251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 관리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EE00E69-CEF1-7114-9D1A-9B6E4937B6DD}"/>
              </a:ext>
            </a:extLst>
          </p:cNvPr>
          <p:cNvSpPr/>
          <p:nvPr/>
        </p:nvSpPr>
        <p:spPr>
          <a:xfrm>
            <a:off x="1120602" y="4530005"/>
            <a:ext cx="4912518" cy="22473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83E9A84-A397-3A3F-C91E-056D8F87B7CE}"/>
              </a:ext>
            </a:extLst>
          </p:cNvPr>
          <p:cNvSpPr/>
          <p:nvPr/>
        </p:nvSpPr>
        <p:spPr>
          <a:xfrm>
            <a:off x="5742833" y="425709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C445A3D-8EFE-A9D4-8453-C508E381376D}"/>
              </a:ext>
            </a:extLst>
          </p:cNvPr>
          <p:cNvSpPr/>
          <p:nvPr/>
        </p:nvSpPr>
        <p:spPr>
          <a:xfrm>
            <a:off x="3204169" y="6385678"/>
            <a:ext cx="118052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 추가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6282B20-1DBB-61BD-86F1-07037A2DBB68}"/>
              </a:ext>
            </a:extLst>
          </p:cNvPr>
          <p:cNvSpPr/>
          <p:nvPr/>
        </p:nvSpPr>
        <p:spPr>
          <a:xfrm>
            <a:off x="5205188" y="6385678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79095E3-15C8-480B-A590-02C902514BBC}"/>
              </a:ext>
            </a:extLst>
          </p:cNvPr>
          <p:cNvSpPr/>
          <p:nvPr/>
        </p:nvSpPr>
        <p:spPr>
          <a:xfrm>
            <a:off x="1251822" y="4626393"/>
            <a:ext cx="12711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심사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항목 관리</a:t>
            </a: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94A0646D-3538-8623-041C-9A44423F64D3}"/>
              </a:ext>
            </a:extLst>
          </p:cNvPr>
          <p:cNvGraphicFramePr>
            <a:graphicFrameLocks noGrp="1"/>
          </p:cNvGraphicFramePr>
          <p:nvPr/>
        </p:nvGraphicFramePr>
        <p:xfrm>
          <a:off x="1250785" y="4935251"/>
          <a:ext cx="4656853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3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39521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구분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계량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정량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○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비계량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심사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항목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배점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52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자가심사 여부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불필요     ○ 필요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87966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B73B829C-9377-FDDE-880A-35204B76C1E3}"/>
              </a:ext>
            </a:extLst>
          </p:cNvPr>
          <p:cNvSpPr/>
          <p:nvPr/>
        </p:nvSpPr>
        <p:spPr>
          <a:xfrm>
            <a:off x="2592818" y="5670179"/>
            <a:ext cx="191216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숫자로만 입력해 주세요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.(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소수점 가능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9EB5A67-6B58-0150-A0F1-A775FD282D02}"/>
              </a:ext>
            </a:extLst>
          </p:cNvPr>
          <p:cNvSpPr/>
          <p:nvPr/>
        </p:nvSpPr>
        <p:spPr>
          <a:xfrm>
            <a:off x="2592818" y="5331035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72775997-3036-EF9C-24BE-76387A4387AC}"/>
              </a:ext>
            </a:extLst>
          </p:cNvPr>
          <p:cNvCxnSpPr>
            <a:cxnSpLocks/>
            <a:stCxn id="21" idx="2"/>
            <a:endCxn id="36" idx="0"/>
          </p:cNvCxnSpPr>
          <p:nvPr/>
        </p:nvCxnSpPr>
        <p:spPr>
          <a:xfrm rot="5400000">
            <a:off x="4914572" y="2604519"/>
            <a:ext cx="314863" cy="299028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A605D54-8F0B-6B7E-8A46-745C9E1C44D4}"/>
              </a:ext>
            </a:extLst>
          </p:cNvPr>
          <p:cNvSpPr/>
          <p:nvPr/>
        </p:nvSpPr>
        <p:spPr>
          <a:xfrm>
            <a:off x="4445234" y="6385678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BA036DB-399B-2491-235A-F0D23244B657}"/>
              </a:ext>
            </a:extLst>
          </p:cNvPr>
          <p:cNvSpPr/>
          <p:nvPr/>
        </p:nvSpPr>
        <p:spPr>
          <a:xfrm>
            <a:off x="7274366" y="2290763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en-US" altLang="ko-KR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60D8F6E-4DC7-7CA6-597E-078C0621CC06}"/>
              </a:ext>
            </a:extLst>
          </p:cNvPr>
          <p:cNvSpPr/>
          <p:nvPr/>
        </p:nvSpPr>
        <p:spPr>
          <a:xfrm>
            <a:off x="7274366" y="2629961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en-US" altLang="ko-KR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2B4AD8D-682E-3E75-5479-6CD481EFB43B}"/>
              </a:ext>
            </a:extLst>
          </p:cNvPr>
          <p:cNvSpPr/>
          <p:nvPr/>
        </p:nvSpPr>
        <p:spPr>
          <a:xfrm>
            <a:off x="7274366" y="2969159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en-US" altLang="ko-KR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2F9AE5B-9A92-D51B-51CD-F9F4B877C160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25EF3F6-D7F0-CAB8-9685-14C32818924A}"/>
              </a:ext>
            </a:extLst>
          </p:cNvPr>
          <p:cNvSpPr/>
          <p:nvPr/>
        </p:nvSpPr>
        <p:spPr>
          <a:xfrm>
            <a:off x="164467" y="365048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173795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B09D-4E73-29CB-DB03-7E219BA5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913FDDF-4D77-6391-B120-E264424028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C57F28-73F1-674F-1CBE-E86F00B473F4}"/>
              </a:ext>
            </a:extLst>
          </p:cNvPr>
          <p:cNvSpPr txBox="1"/>
          <p:nvPr/>
        </p:nvSpPr>
        <p:spPr>
          <a:xfrm>
            <a:off x="749224" y="25608"/>
            <a:ext cx="15680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EA404D4-8210-45B9-2752-104974D9340A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0CC8E24-09AC-60F5-8F91-BBB25D14630A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7E81A9-9206-B363-9921-24571E6D7151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4C7B15-79E1-11F8-5ACE-AC26171E588F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878DD5-9334-CE61-1ECA-30F3D03CF42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903AF6-B96D-FBB0-9818-960809C5CDCF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88970FF8-7FD6-98C0-4F9F-079ADE60C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142BBC-0D30-626D-9B97-045E991A1075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E79362-578F-ACC6-5A94-8F7AF3B8EDBB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57BF252-4DBB-CBF0-FD56-CCE055B9F930}"/>
              </a:ext>
            </a:extLst>
          </p:cNvPr>
          <p:cNvGraphicFramePr>
            <a:graphicFrameLocks noGrp="1"/>
          </p:cNvGraphicFramePr>
          <p:nvPr/>
        </p:nvGraphicFramePr>
        <p:xfrm>
          <a:off x="171329" y="2211985"/>
          <a:ext cx="7725374" cy="1351680"/>
        </p:xfrm>
        <a:graphic>
          <a:graphicData uri="http://schemas.openxmlformats.org/drawingml/2006/table">
            <a:tbl>
              <a:tblPr firstRow="1" bandRow="1"/>
              <a:tblGrid>
                <a:gridCol w="45677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955977">
                  <a:extLst>
                    <a:ext uri="{9D8B030D-6E8A-4147-A177-3AD203B41FA5}">
                      <a16:colId xmlns:a16="http://schemas.microsoft.com/office/drawing/2014/main" val="83052049"/>
                    </a:ext>
                  </a:extLst>
                </a:gridCol>
                <a:gridCol w="2606050">
                  <a:extLst>
                    <a:ext uri="{9D8B030D-6E8A-4147-A177-3AD203B41FA5}">
                      <a16:colId xmlns:a16="http://schemas.microsoft.com/office/drawing/2014/main" val="2348944443"/>
                    </a:ext>
                  </a:extLst>
                </a:gridCol>
                <a:gridCol w="552294">
                  <a:extLst>
                    <a:ext uri="{9D8B030D-6E8A-4147-A177-3AD203B41FA5}">
                      <a16:colId xmlns:a16="http://schemas.microsoft.com/office/drawing/2014/main" val="3081933007"/>
                    </a:ext>
                  </a:extLst>
                </a:gridCol>
                <a:gridCol w="57539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16305">
                  <a:extLst>
                    <a:ext uri="{9D8B030D-6E8A-4147-A177-3AD203B41FA5}">
                      <a16:colId xmlns:a16="http://schemas.microsoft.com/office/drawing/2014/main" val="2021310288"/>
                    </a:ext>
                  </a:extLst>
                </a:gridCol>
                <a:gridCol w="476390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  <a:gridCol w="643093">
                  <a:extLst>
                    <a:ext uri="{9D8B030D-6E8A-4147-A177-3AD203B41FA5}">
                      <a16:colId xmlns:a16="http://schemas.microsoft.com/office/drawing/2014/main" val="1874726649"/>
                    </a:ext>
                  </a:extLst>
                </a:gridCol>
                <a:gridCol w="643093">
                  <a:extLst>
                    <a:ext uri="{9D8B030D-6E8A-4147-A177-3AD203B41FA5}">
                      <a16:colId xmlns:a16="http://schemas.microsoft.com/office/drawing/2014/main" val="634847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공통 서류 명칭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1,524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서류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 사업 기준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사업에 쓰이는 입찰 서류 목록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1,523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참여 서류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사업에 쓰이는 입찰 서류 목록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1,522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BAB721-1418-4884-6D0C-D509D66A1F67}"/>
              </a:ext>
            </a:extLst>
          </p:cNvPr>
          <p:cNvSpPr/>
          <p:nvPr/>
        </p:nvSpPr>
        <p:spPr>
          <a:xfrm>
            <a:off x="164468" y="834984"/>
            <a:ext cx="7740859" cy="96452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B87E29-6DDD-CE4C-E492-E0AD7A07508B}"/>
              </a:ext>
            </a:extLst>
          </p:cNvPr>
          <p:cNvSpPr/>
          <p:nvPr/>
        </p:nvSpPr>
        <p:spPr>
          <a:xfrm>
            <a:off x="1408523" y="147147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1DC627C-D633-B09C-8CFF-B0E83750049C}"/>
              </a:ext>
            </a:extLst>
          </p:cNvPr>
          <p:cNvSpPr/>
          <p:nvPr/>
        </p:nvSpPr>
        <p:spPr>
          <a:xfrm>
            <a:off x="2218774" y="147147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A6FCF0-BF64-0009-6F3E-CC74E664894B}"/>
              </a:ext>
            </a:extLst>
          </p:cNvPr>
          <p:cNvSpPr/>
          <p:nvPr/>
        </p:nvSpPr>
        <p:spPr>
          <a:xfrm>
            <a:off x="2533911" y="1471470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3474F15-217D-C8D0-0C8C-164A3647B56C}"/>
              </a:ext>
            </a:extLst>
          </p:cNvPr>
          <p:cNvSpPr/>
          <p:nvPr/>
        </p:nvSpPr>
        <p:spPr>
          <a:xfrm>
            <a:off x="6241919" y="1471472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4CC775-F369-B218-B8E1-38194FE7374E}"/>
              </a:ext>
            </a:extLst>
          </p:cNvPr>
          <p:cNvSpPr txBox="1"/>
          <p:nvPr/>
        </p:nvSpPr>
        <p:spPr>
          <a:xfrm>
            <a:off x="235850" y="1478615"/>
            <a:ext cx="1679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193671F-9391-56A3-28B3-2046630AD047}"/>
              </a:ext>
            </a:extLst>
          </p:cNvPr>
          <p:cNvSpPr/>
          <p:nvPr/>
        </p:nvSpPr>
        <p:spPr>
          <a:xfrm>
            <a:off x="6867034" y="192422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44DD11A-34C6-12DE-85CA-84BEA21A8CA7}"/>
              </a:ext>
            </a:extLst>
          </p:cNvPr>
          <p:cNvSpPr/>
          <p:nvPr/>
        </p:nvSpPr>
        <p:spPr>
          <a:xfrm>
            <a:off x="7688496" y="192422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02EAE3-91C8-5655-4441-962585305D0A}"/>
              </a:ext>
            </a:extLst>
          </p:cNvPr>
          <p:cNvSpPr txBox="1"/>
          <p:nvPr/>
        </p:nvSpPr>
        <p:spPr>
          <a:xfrm>
            <a:off x="181506" y="1910702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392FEA-DD2F-C5CB-928F-44C350301964}"/>
              </a:ext>
            </a:extLst>
          </p:cNvPr>
          <p:cNvSpPr txBox="1"/>
          <p:nvPr/>
        </p:nvSpPr>
        <p:spPr>
          <a:xfrm>
            <a:off x="235849" y="916674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입찰 참여 서류     ○ 수의계약 참여 서류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11F5A92-BFA5-F36B-7656-3F2973EFF850}"/>
              </a:ext>
            </a:extLst>
          </p:cNvPr>
          <p:cNvGrpSpPr/>
          <p:nvPr/>
        </p:nvGrpSpPr>
        <p:grpSpPr>
          <a:xfrm>
            <a:off x="2004219" y="3695416"/>
            <a:ext cx="4025354" cy="216024"/>
            <a:chOff x="2992062" y="4869160"/>
            <a:chExt cx="4025354" cy="216024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081CADE-47F2-42C3-1B44-7B067E4459A6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561AF34-8477-3DD2-0481-76E36B5BB26C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E6E6D47-4187-74BA-3F0D-CE78B2DCCA48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40099FF-DBD1-331F-15CD-0C66853F9974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2C1A2E8-8C42-7803-18C8-88666D1F2378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4ED0C17-033C-95AA-881A-03ACE1CE101E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F485436-CD7E-2B34-DCE9-E26D1041065B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734F074-3CFF-E045-25E1-2093455D686E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0387633-1BC2-9615-00E8-D70373E40608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3AE04D9-0D83-A8E0-E9E9-2FFF8457E184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3D03898-418A-0F17-415D-01A5D25A0553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1CDDC6C-F704-6F8D-47D4-DC5E2FEFDBE2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0DD4723-1E0F-F499-CA61-6193741BBA52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8C98227D-8071-E444-94D1-B9A58B6218BD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E7FFDC5-98C6-7214-880E-C989A2D73413}"/>
              </a:ext>
            </a:extLst>
          </p:cNvPr>
          <p:cNvSpPr/>
          <p:nvPr/>
        </p:nvSpPr>
        <p:spPr>
          <a:xfrm>
            <a:off x="6645189" y="3923968"/>
            <a:ext cx="125151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등록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213D626-533A-1919-E06A-CE2796991866}"/>
              </a:ext>
            </a:extLst>
          </p:cNvPr>
          <p:cNvSpPr/>
          <p:nvPr/>
        </p:nvSpPr>
        <p:spPr>
          <a:xfrm>
            <a:off x="171328" y="4365104"/>
            <a:ext cx="4470133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2BC3BD1-E57F-93FD-CA64-DDE47E8D544A}"/>
              </a:ext>
            </a:extLst>
          </p:cNvPr>
          <p:cNvSpPr/>
          <p:nvPr/>
        </p:nvSpPr>
        <p:spPr>
          <a:xfrm>
            <a:off x="171328" y="4638018"/>
            <a:ext cx="4470133" cy="189638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A659915-41FF-641A-3A9F-61E757BD7694}"/>
              </a:ext>
            </a:extLst>
          </p:cNvPr>
          <p:cNvSpPr/>
          <p:nvPr/>
        </p:nvSpPr>
        <p:spPr>
          <a:xfrm>
            <a:off x="4381586" y="436510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C1A3990-E935-1ADE-EA3E-B8D4761D945B}"/>
              </a:ext>
            </a:extLst>
          </p:cNvPr>
          <p:cNvSpPr/>
          <p:nvPr/>
        </p:nvSpPr>
        <p:spPr>
          <a:xfrm>
            <a:off x="3735530" y="614233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546E3F1-1306-23BA-7152-87F8F823997A}"/>
              </a:ext>
            </a:extLst>
          </p:cNvPr>
          <p:cNvSpPr/>
          <p:nvPr/>
        </p:nvSpPr>
        <p:spPr>
          <a:xfrm>
            <a:off x="302549" y="4734405"/>
            <a:ext cx="95218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44769EBE-5DAC-721E-296E-1FF0E783C324}"/>
              </a:ext>
            </a:extLst>
          </p:cNvPr>
          <p:cNvGraphicFramePr>
            <a:graphicFrameLocks noGrp="1"/>
          </p:cNvGraphicFramePr>
          <p:nvPr/>
        </p:nvGraphicFramePr>
        <p:xfrm>
          <a:off x="301512" y="5043263"/>
          <a:ext cx="4167889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3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90625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입찰 참여 서류     ○ 수의계약 참여 서류     ○ 계약 관련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25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 서류 명칭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sp>
        <p:nvSpPr>
          <p:cNvPr id="72" name="직사각형 71">
            <a:extLst>
              <a:ext uri="{FF2B5EF4-FFF2-40B4-BE49-F238E27FC236}">
                <a16:creationId xmlns:a16="http://schemas.microsoft.com/office/drawing/2014/main" id="{7B4897C2-6078-9F88-C926-462877DDE016}"/>
              </a:ext>
            </a:extLst>
          </p:cNvPr>
          <p:cNvSpPr/>
          <p:nvPr/>
        </p:nvSpPr>
        <p:spPr>
          <a:xfrm>
            <a:off x="1643545" y="5437749"/>
            <a:ext cx="244917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작성해 주세요.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4A0253E-5D90-52F5-B914-69BA6F4DF328}"/>
              </a:ext>
            </a:extLst>
          </p:cNvPr>
          <p:cNvSpPr/>
          <p:nvPr/>
        </p:nvSpPr>
        <p:spPr>
          <a:xfrm>
            <a:off x="6725822" y="2616298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D229597-698A-4553-AC3F-DB75A1A120CB}"/>
              </a:ext>
            </a:extLst>
          </p:cNvPr>
          <p:cNvSpPr/>
          <p:nvPr/>
        </p:nvSpPr>
        <p:spPr>
          <a:xfrm>
            <a:off x="7343025" y="2616298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A8921E3-84A3-F7C4-EA56-31D83BBEBA05}"/>
              </a:ext>
            </a:extLst>
          </p:cNvPr>
          <p:cNvSpPr/>
          <p:nvPr/>
        </p:nvSpPr>
        <p:spPr>
          <a:xfrm>
            <a:off x="6725822" y="2950510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1E8CB5-D593-68EF-78BF-35B74E19A16C}"/>
              </a:ext>
            </a:extLst>
          </p:cNvPr>
          <p:cNvSpPr/>
          <p:nvPr/>
        </p:nvSpPr>
        <p:spPr>
          <a:xfrm>
            <a:off x="7343025" y="2950510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AF5E981-960E-8AF2-62BA-B58128C5C6D6}"/>
              </a:ext>
            </a:extLst>
          </p:cNvPr>
          <p:cNvSpPr/>
          <p:nvPr/>
        </p:nvSpPr>
        <p:spPr>
          <a:xfrm>
            <a:off x="6725822" y="3284722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142CDF3-B29C-40E4-07FC-0FD6CA40D86B}"/>
              </a:ext>
            </a:extLst>
          </p:cNvPr>
          <p:cNvSpPr/>
          <p:nvPr/>
        </p:nvSpPr>
        <p:spPr>
          <a:xfrm>
            <a:off x="7343025" y="3284722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99F4B8B-4D8E-A17A-DBEE-CDD73D0C00CF}"/>
              </a:ext>
            </a:extLst>
          </p:cNvPr>
          <p:cNvSpPr/>
          <p:nvPr/>
        </p:nvSpPr>
        <p:spPr>
          <a:xfrm>
            <a:off x="2981570" y="614233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61C409A-2AF5-C7F1-770B-4A0745949A20}"/>
              </a:ext>
            </a:extLst>
          </p:cNvPr>
          <p:cNvSpPr/>
          <p:nvPr/>
        </p:nvSpPr>
        <p:spPr>
          <a:xfrm>
            <a:off x="2227610" y="614233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06615A53-AC7B-D9AB-A71F-95C8DE6AFBF3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 rot="5400000">
            <a:off x="4762119" y="1856277"/>
            <a:ext cx="153104" cy="486455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1E11ED0-5E32-63F4-81C1-BA549F94DCA5}"/>
              </a:ext>
            </a:extLst>
          </p:cNvPr>
          <p:cNvSpPr/>
          <p:nvPr/>
        </p:nvSpPr>
        <p:spPr>
          <a:xfrm>
            <a:off x="4772980" y="4370049"/>
            <a:ext cx="3894872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삭제 시 유의사항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AD2CF5B-BF7F-E8A4-4B68-5FBAC9998FC5}"/>
              </a:ext>
            </a:extLst>
          </p:cNvPr>
          <p:cNvSpPr/>
          <p:nvPr/>
        </p:nvSpPr>
        <p:spPr>
          <a:xfrm>
            <a:off x="4772980" y="4642961"/>
            <a:ext cx="3894872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FB8E832-B871-C516-BAFB-588F5E6F4C5F}"/>
              </a:ext>
            </a:extLst>
          </p:cNvPr>
          <p:cNvSpPr/>
          <p:nvPr/>
        </p:nvSpPr>
        <p:spPr>
          <a:xfrm>
            <a:off x="8400122" y="4370049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84E9B52-3C32-1073-645B-536FEABD964E}"/>
              </a:ext>
            </a:extLst>
          </p:cNvPr>
          <p:cNvSpPr/>
          <p:nvPr/>
        </p:nvSpPr>
        <p:spPr>
          <a:xfrm>
            <a:off x="4880759" y="5056349"/>
            <a:ext cx="3654363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 서류를 삭제하면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매핑된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정보들이 훼손될 수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있습니다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반드시 최고 관리자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운영자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사용해 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그래도 진행하시겠습니까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8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73FA8217-B383-340E-7F78-F188DFF0A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881" y="5212970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직사각형 89">
            <a:extLst>
              <a:ext uri="{FF2B5EF4-FFF2-40B4-BE49-F238E27FC236}">
                <a16:creationId xmlns:a16="http://schemas.microsoft.com/office/drawing/2014/main" id="{20E3DBF9-C74E-BC37-BBAC-FB3A603F0728}"/>
              </a:ext>
            </a:extLst>
          </p:cNvPr>
          <p:cNvSpPr/>
          <p:nvPr/>
        </p:nvSpPr>
        <p:spPr>
          <a:xfrm>
            <a:off x="6992913" y="6044716"/>
            <a:ext cx="7859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삭제하기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F889DEB-511D-EAB4-4288-1DA5525C3C56}"/>
              </a:ext>
            </a:extLst>
          </p:cNvPr>
          <p:cNvSpPr/>
          <p:nvPr/>
        </p:nvSpPr>
        <p:spPr>
          <a:xfrm>
            <a:off x="7838592" y="6044716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AAF3EED-FA69-5265-7E48-21B8799DB2A7}"/>
              </a:ext>
            </a:extLst>
          </p:cNvPr>
          <p:cNvSpPr/>
          <p:nvPr/>
        </p:nvSpPr>
        <p:spPr>
          <a:xfrm>
            <a:off x="4904200" y="4739350"/>
            <a:ext cx="169758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삭제 시 유의사항</a:t>
            </a:r>
          </a:p>
        </p:txBody>
      </p: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706A42EA-3A49-0170-200B-9A24FFF6FC0E}"/>
              </a:ext>
            </a:extLst>
          </p:cNvPr>
          <p:cNvCxnSpPr>
            <a:cxnSpLocks/>
            <a:stCxn id="81" idx="3"/>
            <a:endCxn id="86" idx="3"/>
          </p:cNvCxnSpPr>
          <p:nvPr/>
        </p:nvCxnSpPr>
        <p:spPr>
          <a:xfrm>
            <a:off x="7801879" y="3392443"/>
            <a:ext cx="865973" cy="2186181"/>
          </a:xfrm>
          <a:prstGeom prst="bentConnector3">
            <a:avLst>
              <a:gd name="adj1" fmla="val 126398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3B40B3-C6FF-1BEC-85FF-E0988753179A}"/>
              </a:ext>
            </a:extLst>
          </p:cNvPr>
          <p:cNvSpPr txBox="1"/>
          <p:nvPr/>
        </p:nvSpPr>
        <p:spPr>
          <a:xfrm>
            <a:off x="8049344" y="584684"/>
            <a:ext cx="1856656" cy="126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참여 서류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등록을 편하게 하기 위한 템플릿 관리 기능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명칭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등록자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사실 훼손될 일은 없음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 화면으로 이동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3F6F7AF-0996-4AFC-4273-D78BCCFFF7E7}"/>
              </a:ext>
            </a:extLst>
          </p:cNvPr>
          <p:cNvSpPr/>
          <p:nvPr/>
        </p:nvSpPr>
        <p:spPr>
          <a:xfrm>
            <a:off x="56456" y="21844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A9A628A-A878-046A-5278-BD93E96F4669}"/>
              </a:ext>
            </a:extLst>
          </p:cNvPr>
          <p:cNvSpPr/>
          <p:nvPr/>
        </p:nvSpPr>
        <p:spPr>
          <a:xfrm>
            <a:off x="1244892" y="133444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7175C-536A-82E1-CDF7-CDB206AB2512}"/>
              </a:ext>
            </a:extLst>
          </p:cNvPr>
          <p:cNvSpPr txBox="1"/>
          <p:nvPr/>
        </p:nvSpPr>
        <p:spPr>
          <a:xfrm>
            <a:off x="235849" y="1192667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사용여부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사용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(Y)      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중지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(N)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A07D178-16CC-955D-CFD5-841745124601}"/>
              </a:ext>
            </a:extLst>
          </p:cNvPr>
          <p:cNvSpPr/>
          <p:nvPr/>
        </p:nvSpPr>
        <p:spPr>
          <a:xfrm>
            <a:off x="5478668" y="507848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41424E6-A6F9-9C05-546B-E1F74969657B}"/>
              </a:ext>
            </a:extLst>
          </p:cNvPr>
          <p:cNvSpPr/>
          <p:nvPr/>
        </p:nvSpPr>
        <p:spPr>
          <a:xfrm>
            <a:off x="6538636" y="245663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748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D7EB-BE62-123F-EB4A-0006DBDD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05ABFDD-0797-4895-86D7-FC1BB8660F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EE6F26-BDA6-2E27-978F-3539EBA8B015}"/>
              </a:ext>
            </a:extLst>
          </p:cNvPr>
          <p:cNvSpPr txBox="1"/>
          <p:nvPr/>
        </p:nvSpPr>
        <p:spPr>
          <a:xfrm>
            <a:off x="749224" y="25608"/>
            <a:ext cx="18053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9A6A1-DC09-90DE-104A-67317A457F10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27F8810-FC97-7DAF-B793-BBED69ADCAB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0302E0A-E957-2AA3-ADCE-8967ED9AB3CC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0B006C-95A5-BC5E-4F4D-DA9C4D7A61A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F686EC-3D9C-1DDF-45BE-FF567AC95FE8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6CC9F9-25A0-8E09-4618-E3DBBCBB2AE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269B75-BF25-8A06-761C-71AC63BB2499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928B7D04-46EB-806D-69D1-E2FD70619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7B9AAD-E3C5-0D09-3B07-E7F1D322E3D8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0C3E1A-3D60-7DE1-BD0F-D181638C4569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7CB52848-D43E-C249-8A14-A54E17CF706F}"/>
              </a:ext>
            </a:extLst>
          </p:cNvPr>
          <p:cNvGraphicFramePr>
            <a:graphicFrameLocks noGrp="1"/>
          </p:cNvGraphicFramePr>
          <p:nvPr/>
        </p:nvGraphicFramePr>
        <p:xfrm>
          <a:off x="149465" y="820150"/>
          <a:ext cx="7740858" cy="675840"/>
        </p:xfrm>
        <a:graphic>
          <a:graphicData uri="http://schemas.openxmlformats.org/drawingml/2006/table">
            <a:tbl>
              <a:tblPr firstRow="1" bandRow="1"/>
              <a:tblGrid>
                <a:gridCol w="1014335">
                  <a:extLst>
                    <a:ext uri="{9D8B030D-6E8A-4147-A177-3AD203B41FA5}">
                      <a16:colId xmlns:a16="http://schemas.microsoft.com/office/drawing/2014/main" val="4223699464"/>
                    </a:ext>
                  </a:extLst>
                </a:gridCol>
                <a:gridCol w="3487493">
                  <a:extLst>
                    <a:ext uri="{9D8B030D-6E8A-4147-A177-3AD203B41FA5}">
                      <a16:colId xmlns:a16="http://schemas.microsoft.com/office/drawing/2014/main" val="3670495355"/>
                    </a:ext>
                  </a:extLst>
                </a:gridCol>
                <a:gridCol w="739096">
                  <a:extLst>
                    <a:ext uri="{9D8B030D-6E8A-4147-A177-3AD203B41FA5}">
                      <a16:colId xmlns:a16="http://schemas.microsoft.com/office/drawing/2014/main" val="4293027309"/>
                    </a:ext>
                  </a:extLst>
                </a:gridCol>
                <a:gridCol w="770010">
                  <a:extLst>
                    <a:ext uri="{9D8B030D-6E8A-4147-A177-3AD203B41FA5}">
                      <a16:colId xmlns:a16="http://schemas.microsoft.com/office/drawing/2014/main" val="164843660"/>
                    </a:ext>
                  </a:extLst>
                </a:gridCol>
                <a:gridCol w="1092404">
                  <a:extLst>
                    <a:ext uri="{9D8B030D-6E8A-4147-A177-3AD203B41FA5}">
                      <a16:colId xmlns:a16="http://schemas.microsoft.com/office/drawing/2014/main" val="2131634588"/>
                    </a:ext>
                  </a:extLst>
                </a:gridCol>
                <a:gridCol w="637520">
                  <a:extLst>
                    <a:ext uri="{9D8B030D-6E8A-4147-A177-3AD203B41FA5}">
                      <a16:colId xmlns:a16="http://schemas.microsoft.com/office/drawing/2014/main" val="1258214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공통 서류 명칭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526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서류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 사업 기준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사업에 쓰이는 입찰 서류 목록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400361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443D197B-45EA-0560-D1FB-E1D7A2C0F5C8}"/>
              </a:ext>
            </a:extLst>
          </p:cNvPr>
          <p:cNvSpPr txBox="1"/>
          <p:nvPr/>
        </p:nvSpPr>
        <p:spPr>
          <a:xfrm>
            <a:off x="164468" y="1601564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입찰 참여 서류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BAA9FCA9-27D1-26C0-C47C-F8D46E2D5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038120"/>
              </p:ext>
            </p:extLst>
          </p:nvPr>
        </p:nvGraphicFramePr>
        <p:xfrm>
          <a:off x="149467" y="1884652"/>
          <a:ext cx="7740858" cy="2027520"/>
        </p:xfrm>
        <a:graphic>
          <a:graphicData uri="http://schemas.openxmlformats.org/drawingml/2006/table">
            <a:tbl>
              <a:tblPr firstRow="1" bandRow="1"/>
              <a:tblGrid>
                <a:gridCol w="29457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61601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4516755">
                  <a:extLst>
                    <a:ext uri="{9D8B030D-6E8A-4147-A177-3AD203B41FA5}">
                      <a16:colId xmlns:a16="http://schemas.microsoft.com/office/drawing/2014/main" val="916893631"/>
                    </a:ext>
                  </a:extLst>
                </a:gridCol>
                <a:gridCol w="722948">
                  <a:extLst>
                    <a:ext uri="{9D8B030D-6E8A-4147-A177-3AD203B41FA5}">
                      <a16:colId xmlns:a16="http://schemas.microsoft.com/office/drawing/2014/main" val="3071536691"/>
                    </a:ext>
                  </a:extLst>
                </a:gridCol>
                <a:gridCol w="590563">
                  <a:extLst>
                    <a:ext uri="{9D8B030D-6E8A-4147-A177-3AD203B41FA5}">
                      <a16:colId xmlns:a16="http://schemas.microsoft.com/office/drawing/2014/main" val="1874726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서류 명칭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순서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참가 신청서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날인본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참가 신청서는 반드시 날인이 되어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날인이 빠진 경우 미입찰로 처리됩니다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 등급 확인서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 등급 확인서는 반드시 유효 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증명서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제출되는 법인인감증명서는 유효 기간 내에 있어야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5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제안서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제안서를 첨부해 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되도록 하나의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PDF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파일로 합쳐서 첨부해 주세요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44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093012"/>
                  </a:ext>
                </a:extLst>
              </a:tr>
            </a:tbl>
          </a:graphicData>
        </a:graphic>
      </p:graphicFrame>
      <p:sp>
        <p:nvSpPr>
          <p:cNvPr id="56" name="직사각형 55">
            <a:extLst>
              <a:ext uri="{FF2B5EF4-FFF2-40B4-BE49-F238E27FC236}">
                <a16:creationId xmlns:a16="http://schemas.microsoft.com/office/drawing/2014/main" id="{C0F1575E-B946-988F-6240-B4D8C3794CCE}"/>
              </a:ext>
            </a:extLst>
          </p:cNvPr>
          <p:cNvSpPr/>
          <p:nvPr/>
        </p:nvSpPr>
        <p:spPr>
          <a:xfrm>
            <a:off x="7352592" y="2287992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33DF675-4C32-097A-0CD7-5BA9E28E2CB3}"/>
              </a:ext>
            </a:extLst>
          </p:cNvPr>
          <p:cNvSpPr/>
          <p:nvPr/>
        </p:nvSpPr>
        <p:spPr>
          <a:xfrm>
            <a:off x="7352592" y="2624450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19EF5AD-26CF-C159-0197-7D19630C63E9}"/>
              </a:ext>
            </a:extLst>
          </p:cNvPr>
          <p:cNvSpPr/>
          <p:nvPr/>
        </p:nvSpPr>
        <p:spPr>
          <a:xfrm>
            <a:off x="7352592" y="2960908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DD5F62B-FC07-3084-57FA-53E36A839BDA}"/>
              </a:ext>
            </a:extLst>
          </p:cNvPr>
          <p:cNvSpPr/>
          <p:nvPr/>
        </p:nvSpPr>
        <p:spPr>
          <a:xfrm>
            <a:off x="7352592" y="3297366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F4DAA0D-6180-32DD-D7BE-AB9C18B3E75C}"/>
              </a:ext>
            </a:extLst>
          </p:cNvPr>
          <p:cNvSpPr/>
          <p:nvPr/>
        </p:nvSpPr>
        <p:spPr>
          <a:xfrm>
            <a:off x="7352592" y="3633824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362BA78-1D43-93F5-A2A1-D5E3533038BE}"/>
              </a:ext>
            </a:extLst>
          </p:cNvPr>
          <p:cNvSpPr/>
          <p:nvPr/>
        </p:nvSpPr>
        <p:spPr>
          <a:xfrm>
            <a:off x="7169986" y="3995550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926CAB8-B377-E120-B263-0A1381FB5C37}"/>
              </a:ext>
            </a:extLst>
          </p:cNvPr>
          <p:cNvSpPr/>
          <p:nvPr/>
        </p:nvSpPr>
        <p:spPr>
          <a:xfrm>
            <a:off x="6403857" y="3995550"/>
            <a:ext cx="699418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2" charset="-127"/>
                <a:ea typeface="나눔고딕" pitchFamily="2" charset="-127"/>
              </a:rPr>
              <a:t>서류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추가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9E01D69-1923-CF79-D47B-E28BBA186023}"/>
              </a:ext>
            </a:extLst>
          </p:cNvPr>
          <p:cNvSpPr/>
          <p:nvPr/>
        </p:nvSpPr>
        <p:spPr>
          <a:xfrm>
            <a:off x="5638144" y="3995550"/>
            <a:ext cx="699002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순서 적용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E1ABB5A-8754-FBBA-6C28-8DDC3E45248A}"/>
              </a:ext>
            </a:extLst>
          </p:cNvPr>
          <p:cNvSpPr/>
          <p:nvPr/>
        </p:nvSpPr>
        <p:spPr>
          <a:xfrm>
            <a:off x="164467" y="3995550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5E21657-CED7-4995-7DAF-133673857C26}"/>
              </a:ext>
            </a:extLst>
          </p:cNvPr>
          <p:cNvSpPr/>
          <p:nvPr/>
        </p:nvSpPr>
        <p:spPr>
          <a:xfrm>
            <a:off x="1460612" y="4430414"/>
            <a:ext cx="491251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서류 추가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5CD1385-57C3-9FAA-78BF-53B7FA246027}"/>
              </a:ext>
            </a:extLst>
          </p:cNvPr>
          <p:cNvSpPr/>
          <p:nvPr/>
        </p:nvSpPr>
        <p:spPr>
          <a:xfrm>
            <a:off x="1460612" y="4703327"/>
            <a:ext cx="4912518" cy="165889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AB6C521-694B-FAC1-7D8F-0F7B2F05DB6E}"/>
              </a:ext>
            </a:extLst>
          </p:cNvPr>
          <p:cNvSpPr/>
          <p:nvPr/>
        </p:nvSpPr>
        <p:spPr>
          <a:xfrm>
            <a:off x="6082843" y="443041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F95F347-BD29-ED55-0B96-B7F93659F612}"/>
              </a:ext>
            </a:extLst>
          </p:cNvPr>
          <p:cNvSpPr/>
          <p:nvPr/>
        </p:nvSpPr>
        <p:spPr>
          <a:xfrm>
            <a:off x="4811917" y="5877700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서류 추가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9485E7F-A77F-246C-9F4F-83DCFAFCE275}"/>
              </a:ext>
            </a:extLst>
          </p:cNvPr>
          <p:cNvSpPr/>
          <p:nvPr/>
        </p:nvSpPr>
        <p:spPr>
          <a:xfrm>
            <a:off x="5571076" y="5877700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0D3E5B4-70DA-9BA3-CFB7-A66800C81391}"/>
              </a:ext>
            </a:extLst>
          </p:cNvPr>
          <p:cNvSpPr/>
          <p:nvPr/>
        </p:nvSpPr>
        <p:spPr>
          <a:xfrm>
            <a:off x="1591832" y="4799715"/>
            <a:ext cx="64601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서류 추가</a:t>
            </a: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699685E2-ED86-70F6-B688-868FA39FA082}"/>
              </a:ext>
            </a:extLst>
          </p:cNvPr>
          <p:cNvGraphicFramePr>
            <a:graphicFrameLocks noGrp="1"/>
          </p:cNvGraphicFramePr>
          <p:nvPr/>
        </p:nvGraphicFramePr>
        <p:xfrm>
          <a:off x="1590795" y="5108573"/>
          <a:ext cx="4656853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3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39521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서류 명칭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752159"/>
                  </a:ext>
                </a:extLst>
              </a:tr>
            </a:tbl>
          </a:graphicData>
        </a:graphic>
      </p:graphicFrame>
      <p:sp>
        <p:nvSpPr>
          <p:cNvPr id="89" name="직사각형 88">
            <a:extLst>
              <a:ext uri="{FF2B5EF4-FFF2-40B4-BE49-F238E27FC236}">
                <a16:creationId xmlns:a16="http://schemas.microsoft.com/office/drawing/2014/main" id="{B4BC1BF3-7801-6459-FCD0-C3E30704A1E6}"/>
              </a:ext>
            </a:extLst>
          </p:cNvPr>
          <p:cNvSpPr/>
          <p:nvPr/>
        </p:nvSpPr>
        <p:spPr>
          <a:xfrm>
            <a:off x="2932828" y="5165808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53A5710-E9F5-1D6F-4C5C-013C4D7740CB}"/>
              </a:ext>
            </a:extLst>
          </p:cNvPr>
          <p:cNvSpPr/>
          <p:nvPr/>
        </p:nvSpPr>
        <p:spPr>
          <a:xfrm>
            <a:off x="2932828" y="5495786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3474C6B1-F61C-468A-3B98-760EB01B5646}"/>
              </a:ext>
            </a:extLst>
          </p:cNvPr>
          <p:cNvCxnSpPr>
            <a:cxnSpLocks/>
            <a:stCxn id="68" idx="2"/>
            <a:endCxn id="77" idx="3"/>
          </p:cNvCxnSpPr>
          <p:nvPr/>
        </p:nvCxnSpPr>
        <p:spPr>
          <a:xfrm rot="5400000">
            <a:off x="5938752" y="4717960"/>
            <a:ext cx="1249192" cy="380436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558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242B-89BF-91E8-25AD-A7D85144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4CDB433-38FA-1C6A-5C96-601BD0FBEF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C87D3A-92FC-441D-ADB4-75D59F6F7BAE}"/>
              </a:ext>
            </a:extLst>
          </p:cNvPr>
          <p:cNvSpPr txBox="1"/>
          <p:nvPr/>
        </p:nvSpPr>
        <p:spPr>
          <a:xfrm>
            <a:off x="749224" y="25608"/>
            <a:ext cx="25843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1F187-C967-4307-E838-4B9A62821A0D}"/>
              </a:ext>
            </a:extLst>
          </p:cNvPr>
          <p:cNvSpPr txBox="1"/>
          <p:nvPr/>
        </p:nvSpPr>
        <p:spPr>
          <a:xfrm>
            <a:off x="8049344" y="584684"/>
            <a:ext cx="1856656" cy="103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메일을 발송하는 상황과 메시지를 모두 정리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참조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1]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자동 발송 메일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내용 정리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C4BD6D-8525-3C31-388E-FD4BF5F5B91A}"/>
              </a:ext>
            </a:extLst>
          </p:cNvPr>
          <p:cNvSpPr/>
          <p:nvPr/>
        </p:nvSpPr>
        <p:spPr>
          <a:xfrm>
            <a:off x="164468" y="403565"/>
            <a:ext cx="1476366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8E51684-0C26-0A18-54FD-C49625662C0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633C5EC-C959-9E1A-22F2-671A56BC621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66D3C0-5FD8-659A-EF81-438067A9B42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345F4D-F7A5-0387-6DF4-D9AD997A0D68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DEEB8B-942C-8644-AE7F-BD00AFEA852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85DCD2-4792-F54F-E12C-9505B7CBF113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B30183C8-3EA6-361F-9B28-B14A4BF27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0B0E836-8522-C704-8FB0-9D1CF40B6AE2}"/>
              </a:ext>
            </a:extLst>
          </p:cNvPr>
          <p:cNvSpPr/>
          <p:nvPr/>
        </p:nvSpPr>
        <p:spPr>
          <a:xfrm>
            <a:off x="164468" y="834983"/>
            <a:ext cx="7740859" cy="4073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4F8948-D5B7-7EC4-ED8E-0712B3778F2B}"/>
              </a:ext>
            </a:extLst>
          </p:cNvPr>
          <p:cNvSpPr/>
          <p:nvPr/>
        </p:nvSpPr>
        <p:spPr>
          <a:xfrm>
            <a:off x="1408523" y="93014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311E55-A1C8-ADE4-44D5-B83D03FA0AD2}"/>
              </a:ext>
            </a:extLst>
          </p:cNvPr>
          <p:cNvSpPr/>
          <p:nvPr/>
        </p:nvSpPr>
        <p:spPr>
          <a:xfrm>
            <a:off x="2218774" y="93014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8AA7E4-0D0A-BC90-0CD4-817F45F9BFF4}"/>
              </a:ext>
            </a:extLst>
          </p:cNvPr>
          <p:cNvSpPr/>
          <p:nvPr/>
        </p:nvSpPr>
        <p:spPr>
          <a:xfrm>
            <a:off x="2533911" y="930140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B08FE2-6EEC-4D0B-FB9A-6144F810D1F1}"/>
              </a:ext>
            </a:extLst>
          </p:cNvPr>
          <p:cNvSpPr/>
          <p:nvPr/>
        </p:nvSpPr>
        <p:spPr>
          <a:xfrm>
            <a:off x="6241919" y="930142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5F740B-CB50-F54E-377B-2C627786B974}"/>
              </a:ext>
            </a:extLst>
          </p:cNvPr>
          <p:cNvSpPr txBox="1"/>
          <p:nvPr/>
        </p:nvSpPr>
        <p:spPr>
          <a:xfrm>
            <a:off x="235849" y="937285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E13C253-7336-25F2-40D4-AEEA4C54092B}"/>
              </a:ext>
            </a:extLst>
          </p:cNvPr>
          <p:cNvSpPr/>
          <p:nvPr/>
        </p:nvSpPr>
        <p:spPr>
          <a:xfrm>
            <a:off x="5856272" y="1359859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653D451-A032-9EDF-F2DE-F91A7F906FD0}"/>
              </a:ext>
            </a:extLst>
          </p:cNvPr>
          <p:cNvSpPr/>
          <p:nvPr/>
        </p:nvSpPr>
        <p:spPr>
          <a:xfrm>
            <a:off x="6677734" y="135985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B42CD7-7774-B9F6-7D70-AEBCCDD18F22}"/>
              </a:ext>
            </a:extLst>
          </p:cNvPr>
          <p:cNvSpPr txBox="1"/>
          <p:nvPr/>
        </p:nvSpPr>
        <p:spPr>
          <a:xfrm>
            <a:off x="181506" y="1346341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BE1B514-674A-B71B-29EC-4B0252592349}"/>
              </a:ext>
            </a:extLst>
          </p:cNvPr>
          <p:cNvGraphicFramePr>
            <a:graphicFrameLocks noGrp="1"/>
          </p:cNvGraphicFramePr>
          <p:nvPr/>
        </p:nvGraphicFramePr>
        <p:xfrm>
          <a:off x="181504" y="1653174"/>
          <a:ext cx="8503150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3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020300">
                  <a:extLst>
                    <a:ext uri="{9D8B030D-6E8A-4147-A177-3AD203B41FA5}">
                      <a16:colId xmlns:a16="http://schemas.microsoft.com/office/drawing/2014/main" val="2652436465"/>
                    </a:ext>
                  </a:extLst>
                </a:gridCol>
                <a:gridCol w="324121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72650">
                  <a:extLst>
                    <a:ext uri="{9D8B030D-6E8A-4147-A177-3AD203B41FA5}">
                      <a16:colId xmlns:a16="http://schemas.microsoft.com/office/drawing/2014/main" val="2486753318"/>
                    </a:ext>
                  </a:extLst>
                </a:gridCol>
                <a:gridCol w="785350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458325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1086975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  <a:gridCol w="626037">
                  <a:extLst>
                    <a:ext uri="{9D8B030D-6E8A-4147-A177-3AD203B41FA5}">
                      <a16:colId xmlns:a16="http://schemas.microsoft.com/office/drawing/2014/main" val="2323901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 상황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 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 수정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신청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안녕하세요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u="sng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켑코이에스입니다.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신청이 완료되었습니다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+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승인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안녕하세요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u="sng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켑코이에스입니다.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승인이 완료되었습니다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기본정보 수정 요청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안녕하세요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u="sng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켑코이에스입니다.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기본정보 수정 요청이 완료되었습니다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신청 완료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켑코이에스입니다.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참여 신청이 완료되었습니다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35" name="그룹 34">
            <a:extLst>
              <a:ext uri="{FF2B5EF4-FFF2-40B4-BE49-F238E27FC236}">
                <a16:creationId xmlns:a16="http://schemas.microsoft.com/office/drawing/2014/main" id="{91338857-CB26-3940-4153-68229B9827AC}"/>
              </a:ext>
            </a:extLst>
          </p:cNvPr>
          <p:cNvGrpSpPr/>
          <p:nvPr/>
        </p:nvGrpSpPr>
        <p:grpSpPr>
          <a:xfrm>
            <a:off x="2004219" y="3771409"/>
            <a:ext cx="4025354" cy="216024"/>
            <a:chOff x="2992062" y="4869160"/>
            <a:chExt cx="4025354" cy="21602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51554BE-FBE6-B5BF-1854-1F82DAB236AB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DE69863-F09E-DB21-B668-B679991ED6EC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0598CB7-859B-BF51-4E60-787F9A008188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092AEAF-99F7-1278-9C68-2073D0FF0192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27652E3-C005-DE1F-4974-B929F9E09193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472A106-732A-7107-30A3-D50AB46744B7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A8EF126-6A0F-A329-C3EA-6D36372F3DAA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4CDFB44-E356-EF0E-E266-01FF6B82F4A6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FE42BA3-125F-2A4A-B7DB-541C3CBAFD3C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12D0EBF-8C63-761A-77C0-70158634D6B8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FE4B5C3-ED0D-3BB5-25CB-BB0823AD46F1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9CD0B92-DB06-0FA2-9DEC-17C208C86727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C5A3520-B7FE-1502-8CE3-630DF23793D0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3CEC2E1-592C-1E42-3D19-80E7047D62C4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E9ADFF1-926F-8F67-99EA-5B56D6B1D11D}"/>
              </a:ext>
            </a:extLst>
          </p:cNvPr>
          <p:cNvSpPr/>
          <p:nvPr/>
        </p:nvSpPr>
        <p:spPr>
          <a:xfrm>
            <a:off x="6982990" y="1359859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C35D574-10CE-8EDC-0FF1-8B64013A5709}"/>
              </a:ext>
            </a:extLst>
          </p:cNvPr>
          <p:cNvSpPr/>
          <p:nvPr/>
        </p:nvSpPr>
        <p:spPr>
          <a:xfrm>
            <a:off x="8149602" y="2043918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295E294-76C2-8F94-BAB4-C53C53787FF6}"/>
              </a:ext>
            </a:extLst>
          </p:cNvPr>
          <p:cNvSpPr/>
          <p:nvPr/>
        </p:nvSpPr>
        <p:spPr>
          <a:xfrm>
            <a:off x="8149602" y="2383492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365E2E0-C134-1D5E-FA18-AB4D434EE41E}"/>
              </a:ext>
            </a:extLst>
          </p:cNvPr>
          <p:cNvSpPr/>
          <p:nvPr/>
        </p:nvSpPr>
        <p:spPr>
          <a:xfrm>
            <a:off x="8149602" y="2723066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C6FA243-CBA2-7820-126D-D93F9AF3F0F2}"/>
              </a:ext>
            </a:extLst>
          </p:cNvPr>
          <p:cNvSpPr/>
          <p:nvPr/>
        </p:nvSpPr>
        <p:spPr>
          <a:xfrm>
            <a:off x="8149602" y="3062640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E30BD8C-0BAF-F91D-9EFC-4F38A271DA1B}"/>
              </a:ext>
            </a:extLst>
          </p:cNvPr>
          <p:cNvSpPr/>
          <p:nvPr/>
        </p:nvSpPr>
        <p:spPr>
          <a:xfrm>
            <a:off x="8149602" y="3402212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184CAF6B-C5F4-7B4D-0437-5C90D619C780}"/>
              </a:ext>
            </a:extLst>
          </p:cNvPr>
          <p:cNvSpPr/>
          <p:nvPr/>
        </p:nvSpPr>
        <p:spPr>
          <a:xfrm>
            <a:off x="141664" y="108757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2873F4A-337A-53AD-421A-9B5EC43E2B3F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760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4C63-DB40-3070-3918-22F4AC6D4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A37A79E-4C69-7CB1-83C7-0971882A21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09624-E911-D2C8-3605-2E509F3FAEAA}"/>
              </a:ext>
            </a:extLst>
          </p:cNvPr>
          <p:cNvSpPr txBox="1"/>
          <p:nvPr/>
        </p:nvSpPr>
        <p:spPr>
          <a:xfrm>
            <a:off x="749224" y="25608"/>
            <a:ext cx="23535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A333B-9EBA-242E-6E82-1F1B4688AA46}"/>
              </a:ext>
            </a:extLst>
          </p:cNvPr>
          <p:cNvSpPr txBox="1"/>
          <p:nvPr/>
        </p:nvSpPr>
        <p:spPr>
          <a:xfrm>
            <a:off x="8049344" y="584684"/>
            <a:ext cx="1856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Area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처리하고 싶음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(Editor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처리 시 일부 메일에서 화면 깨짐 발생 우려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SRM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 메시지 관리를 위해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카카오 </a:t>
            </a:r>
            <a:r>
              <a:rPr lang="ko-KR" altLang="en-US" sz="800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알림톡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아닌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‘SMS/LMS’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사용함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98DD4E5-40EF-3E57-8597-FAF9AC4D22DD}"/>
              </a:ext>
            </a:extLst>
          </p:cNvPr>
          <p:cNvSpPr/>
          <p:nvPr/>
        </p:nvSpPr>
        <p:spPr>
          <a:xfrm>
            <a:off x="164468" y="403565"/>
            <a:ext cx="1476366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A565CEE-FF9F-C237-F1AF-B61ADDDC640D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5C4775F-371D-55F8-32B3-7E0C071ACD3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F4081A-ED50-F342-D077-9BE054C28E9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CB009B-E5DC-602B-0ACA-D1428A025D5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A67DF2-A920-DCF6-2869-4424DC64C237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2C93F2-509C-93C7-095D-ABB3D60F507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547A9719-7237-CDA4-0718-1DB87C156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34FBAD-D342-2DDD-BAD4-4AA9C2E1B83B}"/>
              </a:ext>
            </a:extLst>
          </p:cNvPr>
          <p:cNvSpPr/>
          <p:nvPr/>
        </p:nvSpPr>
        <p:spPr>
          <a:xfrm>
            <a:off x="164468" y="362109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CFCE7F-12BA-0C2A-AEA0-8A8A7024B57D}"/>
              </a:ext>
            </a:extLst>
          </p:cNvPr>
          <p:cNvSpPr/>
          <p:nvPr/>
        </p:nvSpPr>
        <p:spPr>
          <a:xfrm>
            <a:off x="6974365" y="3620418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F1B861-63B1-1D78-1536-69C5243057AA}"/>
              </a:ext>
            </a:extLst>
          </p:cNvPr>
          <p:cNvSpPr/>
          <p:nvPr/>
        </p:nvSpPr>
        <p:spPr>
          <a:xfrm>
            <a:off x="6110600" y="3620418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C878131F-B1E2-7831-8E1B-F0DC7FCE5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979435"/>
              </p:ext>
            </p:extLst>
          </p:nvPr>
        </p:nvGraphicFramePr>
        <p:xfrm>
          <a:off x="164468" y="880186"/>
          <a:ext cx="7632847" cy="388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 상황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 참여 신청 완료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634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 방법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○이메일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+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○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○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932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제목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내용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(SMS)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9045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A62ED040-B1AD-53CE-A4DB-DC040D509CC2}"/>
              </a:ext>
            </a:extLst>
          </p:cNvPr>
          <p:cNvSpPr/>
          <p:nvPr/>
        </p:nvSpPr>
        <p:spPr>
          <a:xfrm>
            <a:off x="1347023" y="1946045"/>
            <a:ext cx="6378285" cy="132775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108000" bIns="108000" rtlCol="0" anchor="t" anchorCtr="0"/>
          <a:lstStyle/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안녕하세요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0"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켑코이에스입니다.</a:t>
            </a:r>
            <a:endParaRPr kumimoji="0"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신청이 완료되었습니다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이후에는 입찰 관련 정보를 수정하실 수 없습니다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 사항은 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연락 부탁드립니다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켑코이에스의</a:t>
            </a: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발주 사업에 </a:t>
            </a:r>
            <a:r>
              <a:rPr kumimoji="0"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관심을 가져 주셔서</a:t>
            </a: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감사드립니다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E020A7-7938-317E-5071-F0B52B64688D}"/>
              </a:ext>
            </a:extLst>
          </p:cNvPr>
          <p:cNvSpPr/>
          <p:nvPr/>
        </p:nvSpPr>
        <p:spPr>
          <a:xfrm>
            <a:off x="1347023" y="1610308"/>
            <a:ext cx="6378285" cy="215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안녕하세요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켑코이에스입니다.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신청이 완료되었습니다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85A5778-792F-E9C6-8DC5-A3C045DC96D6}"/>
              </a:ext>
            </a:extLst>
          </p:cNvPr>
          <p:cNvSpPr/>
          <p:nvPr/>
        </p:nvSpPr>
        <p:spPr>
          <a:xfrm>
            <a:off x="1239011" y="183803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7E45CA9-8725-18E5-1C2C-FE0BB6B4F63A}"/>
              </a:ext>
            </a:extLst>
          </p:cNvPr>
          <p:cNvSpPr/>
          <p:nvPr/>
        </p:nvSpPr>
        <p:spPr>
          <a:xfrm>
            <a:off x="1347023" y="3373184"/>
            <a:ext cx="6378285" cy="132775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108000" bIns="108000" rtlCol="0" anchor="t" anchorCtr="0"/>
          <a:lstStyle/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안녕하세요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0"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켑코이에스입니다.</a:t>
            </a:r>
            <a:endParaRPr kumimoji="0"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신청이 완료되었습니다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이후에는 입찰 관련 정보를 수정하실 수 없습니다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 사항은 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연락 부탁드립니다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켑코이에스의</a:t>
            </a: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발주 사업에 </a:t>
            </a:r>
            <a:r>
              <a:rPr kumimoji="0"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관심을 가져 주셔서</a:t>
            </a: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감사드립니다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BAD2CE4B-D49B-4C11-112D-C56A8F2F67D1}"/>
              </a:ext>
            </a:extLst>
          </p:cNvPr>
          <p:cNvSpPr/>
          <p:nvPr/>
        </p:nvSpPr>
        <p:spPr>
          <a:xfrm>
            <a:off x="1239011" y="328608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8AD238C-62F5-E0F1-0F62-53D8A6E70667}"/>
              </a:ext>
            </a:extLst>
          </p:cNvPr>
          <p:cNvSpPr/>
          <p:nvPr/>
        </p:nvSpPr>
        <p:spPr>
          <a:xfrm>
            <a:off x="6974364" y="4830655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9F9FED1-3782-5346-8A10-E59398848655}"/>
              </a:ext>
            </a:extLst>
          </p:cNvPr>
          <p:cNvSpPr/>
          <p:nvPr/>
        </p:nvSpPr>
        <p:spPr>
          <a:xfrm>
            <a:off x="164468" y="4830655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7ABD66-4F1D-8B9C-DBAB-6F56CD40280B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8337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0C9F0-DEE2-FA7C-E404-ADA8BC9F1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F1CF109-1724-16A9-A5FC-05223F9ABE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30E44B-B28D-C834-E247-C1EE1DC957C1}"/>
              </a:ext>
            </a:extLst>
          </p:cNvPr>
          <p:cNvSpPr txBox="1"/>
          <p:nvPr/>
        </p:nvSpPr>
        <p:spPr>
          <a:xfrm>
            <a:off x="749224" y="25608"/>
            <a:ext cx="16450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BD95B-0F80-7E95-D9A7-20AC2E6002F9}"/>
              </a:ext>
            </a:extLst>
          </p:cNvPr>
          <p:cNvSpPr txBox="1"/>
          <p:nvPr/>
        </p:nvSpPr>
        <p:spPr>
          <a:xfrm>
            <a:off x="8049344" y="584684"/>
            <a:ext cx="1856656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발송 대상을 유형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별로 선택해서 보낼 수 있음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선택된 사람은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대상 확정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영역에 추가됨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4085CB-ED87-C926-56CD-75A90947066E}"/>
              </a:ext>
            </a:extLst>
          </p:cNvPr>
          <p:cNvSpPr/>
          <p:nvPr/>
        </p:nvSpPr>
        <p:spPr>
          <a:xfrm>
            <a:off x="164468" y="403565"/>
            <a:ext cx="92493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218F5B9-D5C6-066C-2FA8-403A3A58BDD7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94F07F2-1C54-78AD-F599-B154DBE8E329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E3E3BE-D649-A680-FD9D-623124FF8151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144B56-EC1D-2D54-B413-2CDD4E96C0CE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8C2AC0-072E-D023-3DE2-083A9E41563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1764AD-541C-C0F8-2B55-CCCC4FA66F9E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58BA8266-A065-CFCB-E081-8BBD6993A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0ECF21A8-D6AC-6E17-8230-EA847A821FF4}"/>
              </a:ext>
            </a:extLst>
          </p:cNvPr>
          <p:cNvGraphicFramePr>
            <a:graphicFrameLocks noGrp="1"/>
          </p:cNvGraphicFramePr>
          <p:nvPr/>
        </p:nvGraphicFramePr>
        <p:xfrm>
          <a:off x="173094" y="1095750"/>
          <a:ext cx="3699786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08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53470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거래처 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567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599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수동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7A6749F-07DD-5C82-6442-D156F9EAD9D4}"/>
              </a:ext>
            </a:extLst>
          </p:cNvPr>
          <p:cNvSpPr/>
          <p:nvPr/>
        </p:nvSpPr>
        <p:spPr>
          <a:xfrm>
            <a:off x="195586" y="801017"/>
            <a:ext cx="827150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① 발송 대상 선택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F50ED01-995E-8B13-B6D4-7FB34854FBD0}"/>
              </a:ext>
            </a:extLst>
          </p:cNvPr>
          <p:cNvSpPr/>
          <p:nvPr/>
        </p:nvSpPr>
        <p:spPr>
          <a:xfrm>
            <a:off x="1422276" y="1151865"/>
            <a:ext cx="938436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선택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5E924622-5250-9A9D-FC15-73EB3F097DD0}"/>
              </a:ext>
            </a:extLst>
          </p:cNvPr>
          <p:cNvSpPr/>
          <p:nvPr/>
        </p:nvSpPr>
        <p:spPr>
          <a:xfrm>
            <a:off x="1422276" y="1488357"/>
            <a:ext cx="938436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선택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92E819C-0B6D-4A04-63AF-D8254F892701}"/>
              </a:ext>
            </a:extLst>
          </p:cNvPr>
          <p:cNvSpPr/>
          <p:nvPr/>
        </p:nvSpPr>
        <p:spPr>
          <a:xfrm>
            <a:off x="1422276" y="1824849"/>
            <a:ext cx="938436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94B4B961-682C-2D2A-7504-CD09E7BBBCEF}"/>
              </a:ext>
            </a:extLst>
          </p:cNvPr>
          <p:cNvSpPr/>
          <p:nvPr/>
        </p:nvSpPr>
        <p:spPr>
          <a:xfrm>
            <a:off x="4050518" y="789573"/>
            <a:ext cx="609141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③ </a:t>
            </a:r>
            <a:r>
              <a:rPr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대상 확정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808FF2D-EB61-C5B5-6F2F-D86DB7FFFD34}"/>
              </a:ext>
            </a:extLst>
          </p:cNvPr>
          <p:cNvSpPr/>
          <p:nvPr/>
        </p:nvSpPr>
        <p:spPr>
          <a:xfrm>
            <a:off x="4036369" y="1075053"/>
            <a:ext cx="3829862" cy="2353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DD669E59-3E40-125C-A460-35AAEFB99956}"/>
              </a:ext>
            </a:extLst>
          </p:cNvPr>
          <p:cNvSpPr/>
          <p:nvPr/>
        </p:nvSpPr>
        <p:spPr>
          <a:xfrm>
            <a:off x="7759741" y="1075053"/>
            <a:ext cx="106490" cy="2353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3A7D50E8-8C4E-62D6-6447-5CF8DC611B42}"/>
              </a:ext>
            </a:extLst>
          </p:cNvPr>
          <p:cNvSpPr/>
          <p:nvPr/>
        </p:nvSpPr>
        <p:spPr>
          <a:xfrm>
            <a:off x="7759741" y="1701227"/>
            <a:ext cx="106490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C6ACA1B2-3DD1-B97C-4850-285BC44EB1FD}"/>
              </a:ext>
            </a:extLst>
          </p:cNvPr>
          <p:cNvSpPr/>
          <p:nvPr/>
        </p:nvSpPr>
        <p:spPr>
          <a:xfrm>
            <a:off x="7192855" y="789573"/>
            <a:ext cx="501740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1,232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명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0" name="표 139">
            <a:extLst>
              <a:ext uri="{FF2B5EF4-FFF2-40B4-BE49-F238E27FC236}">
                <a16:creationId xmlns:a16="http://schemas.microsoft.com/office/drawing/2014/main" id="{379F72A7-3C02-8D3A-1F0F-43B08F1C4924}"/>
              </a:ext>
            </a:extLst>
          </p:cNvPr>
          <p:cNvGraphicFramePr>
            <a:graphicFrameLocks noGrp="1"/>
          </p:cNvGraphicFramePr>
          <p:nvPr/>
        </p:nvGraphicFramePr>
        <p:xfrm>
          <a:off x="4122598" y="1169117"/>
          <a:ext cx="3565172" cy="21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580">
                  <a:extLst>
                    <a:ext uri="{9D8B030D-6E8A-4147-A177-3AD203B41FA5}">
                      <a16:colId xmlns:a16="http://schemas.microsoft.com/office/drawing/2014/main" val="2749008709"/>
                    </a:ext>
                  </a:extLst>
                </a:gridCol>
                <a:gridCol w="109190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422511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557173">
                  <a:extLst>
                    <a:ext uri="{9D8B030D-6E8A-4147-A177-3AD203B41FA5}">
                      <a16:colId xmlns:a16="http://schemas.microsoft.com/office/drawing/2014/main" val="1217387778"/>
                    </a:ext>
                  </a:extLst>
                </a:gridCol>
              </a:tblGrid>
              <a:tr h="183942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36000" marR="36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연락처</a:t>
                      </a: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36000" marR="36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  <a:tr h="183942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72000" marB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888779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C693F00C-14A4-7726-B892-81F8362A999E}"/>
              </a:ext>
            </a:extLst>
          </p:cNvPr>
          <p:cNvSpPr/>
          <p:nvPr/>
        </p:nvSpPr>
        <p:spPr>
          <a:xfrm>
            <a:off x="1422276" y="2167542"/>
            <a:ext cx="938436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수동 등록</a:t>
            </a:r>
          </a:p>
        </p:txBody>
      </p:sp>
      <p:graphicFrame>
        <p:nvGraphicFramePr>
          <p:cNvPr id="142" name="표 141">
            <a:extLst>
              <a:ext uri="{FF2B5EF4-FFF2-40B4-BE49-F238E27FC236}">
                <a16:creationId xmlns:a16="http://schemas.microsoft.com/office/drawing/2014/main" id="{EEC1EBFD-7AA1-F5F6-C646-98D4691F8D74}"/>
              </a:ext>
            </a:extLst>
          </p:cNvPr>
          <p:cNvGraphicFramePr>
            <a:graphicFrameLocks noGrp="1"/>
          </p:cNvGraphicFramePr>
          <p:nvPr/>
        </p:nvGraphicFramePr>
        <p:xfrm>
          <a:off x="173094" y="2893808"/>
          <a:ext cx="3699786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08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53470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 방법 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○이메일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+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○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○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D289AAFE-F5C5-2690-A543-FE07DDBA9F9D}"/>
              </a:ext>
            </a:extLst>
          </p:cNvPr>
          <p:cNvSpPr/>
          <p:nvPr/>
        </p:nvSpPr>
        <p:spPr>
          <a:xfrm>
            <a:off x="195586" y="2599075"/>
            <a:ext cx="827150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② 발송 방법 선택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5" name="표 144">
            <a:extLst>
              <a:ext uri="{FF2B5EF4-FFF2-40B4-BE49-F238E27FC236}">
                <a16:creationId xmlns:a16="http://schemas.microsoft.com/office/drawing/2014/main" id="{48234341-B885-D519-1F84-49CEC811F979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3568051"/>
          <a:ext cx="7704856" cy="22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1672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내용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(SMS)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90454"/>
                  </a:ext>
                </a:extLst>
              </a:tr>
            </a:tbl>
          </a:graphicData>
        </a:graphic>
      </p:graphicFrame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462586F9-EEC2-25E7-6A75-49BF17FDAE47}"/>
              </a:ext>
            </a:extLst>
          </p:cNvPr>
          <p:cNvSpPr/>
          <p:nvPr/>
        </p:nvSpPr>
        <p:spPr>
          <a:xfrm>
            <a:off x="1450536" y="3628061"/>
            <a:ext cx="6309206" cy="215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 주세요.</a:t>
            </a:r>
            <a:endParaRPr lang="en-US" altLang="ko-KR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4173DC01-8D27-E223-04C4-42C7C529F085}"/>
              </a:ext>
            </a:extLst>
          </p:cNvPr>
          <p:cNvSpPr/>
          <p:nvPr/>
        </p:nvSpPr>
        <p:spPr>
          <a:xfrm>
            <a:off x="1438422" y="3983701"/>
            <a:ext cx="6321320" cy="9976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108000" bIns="108000" rtlCol="0" anchor="t" anchorCtr="0"/>
          <a:lstStyle/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</a:t>
            </a: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Area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A3E9F09C-E1C4-0433-6427-0133AA2969F9}"/>
              </a:ext>
            </a:extLst>
          </p:cNvPr>
          <p:cNvSpPr/>
          <p:nvPr/>
        </p:nvSpPr>
        <p:spPr>
          <a:xfrm>
            <a:off x="1438422" y="5168503"/>
            <a:ext cx="6321320" cy="54625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108000" bIns="108000" rtlCol="0" anchor="t" anchorCtr="0"/>
          <a:lstStyle/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Text</a:t>
            </a:r>
            <a:r>
              <a:rPr kumimoji="0"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Area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4B164152-B39C-4180-6161-9367DDD2A7CA}"/>
              </a:ext>
            </a:extLst>
          </p:cNvPr>
          <p:cNvSpPr/>
          <p:nvPr/>
        </p:nvSpPr>
        <p:spPr>
          <a:xfrm>
            <a:off x="7066121" y="5876594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25A7D2A4-5BB9-E681-7028-A8609FFE8387}"/>
              </a:ext>
            </a:extLst>
          </p:cNvPr>
          <p:cNvSpPr/>
          <p:nvPr/>
        </p:nvSpPr>
        <p:spPr>
          <a:xfrm>
            <a:off x="5997116" y="5876594"/>
            <a:ext cx="101832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6D5865D-8740-E15A-80B1-CD229200E4BA}"/>
              </a:ext>
            </a:extLst>
          </p:cNvPr>
          <p:cNvSpPr/>
          <p:nvPr/>
        </p:nvSpPr>
        <p:spPr>
          <a:xfrm>
            <a:off x="5363779" y="3416804"/>
            <a:ext cx="439248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시 유의사항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282590AE-A109-69E7-0B54-D30A79CAAD01}"/>
              </a:ext>
            </a:extLst>
          </p:cNvPr>
          <p:cNvSpPr/>
          <p:nvPr/>
        </p:nvSpPr>
        <p:spPr>
          <a:xfrm>
            <a:off x="5363779" y="3689716"/>
            <a:ext cx="4392488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39E69345-570D-7FFD-69BD-AAE42937D7A2}"/>
              </a:ext>
            </a:extLst>
          </p:cNvPr>
          <p:cNvSpPr/>
          <p:nvPr/>
        </p:nvSpPr>
        <p:spPr>
          <a:xfrm>
            <a:off x="9486267" y="341680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0C71DFED-BD09-B3D7-8813-783D7B5E60BF}"/>
              </a:ext>
            </a:extLst>
          </p:cNvPr>
          <p:cNvSpPr/>
          <p:nvPr/>
        </p:nvSpPr>
        <p:spPr>
          <a:xfrm>
            <a:off x="5471558" y="4103104"/>
            <a:ext cx="4176697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메일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메시지를 발송하면 취소할 수 없습니다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발송 대상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발송 방법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발송 내용 등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확인해 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그래도 진행하시겠습니까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63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A13287FB-8C87-45EB-6A02-94A03550A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680" y="4259725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E455DDF-F119-A8F3-77F2-6B818EEAF9BB}"/>
              </a:ext>
            </a:extLst>
          </p:cNvPr>
          <p:cNvSpPr/>
          <p:nvPr/>
        </p:nvSpPr>
        <p:spPr>
          <a:xfrm>
            <a:off x="7885631" y="5091471"/>
            <a:ext cx="101889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A24ED7EB-51E9-0075-1D63-EC9063619FC6}"/>
              </a:ext>
            </a:extLst>
          </p:cNvPr>
          <p:cNvSpPr/>
          <p:nvPr/>
        </p:nvSpPr>
        <p:spPr>
          <a:xfrm>
            <a:off x="8964268" y="5091471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E2E22650-6575-F4F2-A2CF-96301A73880C}"/>
              </a:ext>
            </a:extLst>
          </p:cNvPr>
          <p:cNvSpPr/>
          <p:nvPr/>
        </p:nvSpPr>
        <p:spPr>
          <a:xfrm>
            <a:off x="5494999" y="3786105"/>
            <a:ext cx="1843453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시 유의사항</a:t>
            </a:r>
          </a:p>
        </p:txBody>
      </p:sp>
      <p:cxnSp>
        <p:nvCxnSpPr>
          <p:cNvPr id="167" name="연결선: 꺾임 166">
            <a:extLst>
              <a:ext uri="{FF2B5EF4-FFF2-40B4-BE49-F238E27FC236}">
                <a16:creationId xmlns:a16="http://schemas.microsoft.com/office/drawing/2014/main" id="{FCC4906D-696E-6D49-6509-23AD8D1FCB0D}"/>
              </a:ext>
            </a:extLst>
          </p:cNvPr>
          <p:cNvCxnSpPr>
            <a:cxnSpLocks/>
            <a:stCxn id="156" idx="0"/>
            <a:endCxn id="160" idx="2"/>
          </p:cNvCxnSpPr>
          <p:nvPr/>
        </p:nvCxnSpPr>
        <p:spPr>
          <a:xfrm rot="5400000" flipH="1" flipV="1">
            <a:off x="6875374" y="5191946"/>
            <a:ext cx="315553" cy="1053745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2DD738-3F47-71EF-F21C-A5B8FD2513B6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042EC7C-A046-D65B-7AAD-B214E000E366}"/>
              </a:ext>
            </a:extLst>
          </p:cNvPr>
          <p:cNvSpPr/>
          <p:nvPr/>
        </p:nvSpPr>
        <p:spPr>
          <a:xfrm>
            <a:off x="1239011" y="105275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9E93B81-65EC-B0E4-B3B0-57B88F50505B}"/>
              </a:ext>
            </a:extLst>
          </p:cNvPr>
          <p:cNvSpPr/>
          <p:nvPr/>
        </p:nvSpPr>
        <p:spPr>
          <a:xfrm>
            <a:off x="3932842" y="105275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4987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1654E-18D7-87B1-EDC9-C203B8939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FE8CC6-ECA6-5564-F8E2-F9558879B6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15A091-E24A-A4A5-B08A-5356E3C21C43}"/>
              </a:ext>
            </a:extLst>
          </p:cNvPr>
          <p:cNvSpPr txBox="1"/>
          <p:nvPr/>
        </p:nvSpPr>
        <p:spPr>
          <a:xfrm>
            <a:off x="749224" y="25608"/>
            <a:ext cx="23246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선택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11D15-F49B-71A7-9BC1-9C7AD568057D}"/>
              </a:ext>
            </a:extLst>
          </p:cNvPr>
          <p:cNvSpPr txBox="1"/>
          <p:nvPr/>
        </p:nvSpPr>
        <p:spPr>
          <a:xfrm>
            <a:off x="8049344" y="584684"/>
            <a:ext cx="1856656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사업자 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업체명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휴대전화 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당연히 승인된 협력업체만 불러옴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D317F3-561E-2A52-2386-BCE50DC0E509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633F05-DA8F-B016-1203-A6CA43CE5932}"/>
              </a:ext>
            </a:extLst>
          </p:cNvPr>
          <p:cNvSpPr/>
          <p:nvPr/>
        </p:nvSpPr>
        <p:spPr>
          <a:xfrm>
            <a:off x="164469" y="687700"/>
            <a:ext cx="7391698" cy="5153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5CBFF6-946E-2D27-0C9E-183E68FEF4E7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8CAE56-5018-A301-A035-8DC50EA45615}"/>
              </a:ext>
            </a:extLst>
          </p:cNvPr>
          <p:cNvSpPr/>
          <p:nvPr/>
        </p:nvSpPr>
        <p:spPr>
          <a:xfrm>
            <a:off x="7452512" y="688544"/>
            <a:ext cx="108012" cy="51528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A03926-4061-F282-06CD-8FF894AE1892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47300B-3D21-1734-2490-83BE94F0BB60}"/>
              </a:ext>
            </a:extLst>
          </p:cNvPr>
          <p:cNvSpPr/>
          <p:nvPr/>
        </p:nvSpPr>
        <p:spPr>
          <a:xfrm>
            <a:off x="301563" y="792082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선택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66EE8F5-FFCA-AD6E-4D7F-7AE519D68F51}"/>
              </a:ext>
            </a:extLst>
          </p:cNvPr>
          <p:cNvSpPr/>
          <p:nvPr/>
        </p:nvSpPr>
        <p:spPr>
          <a:xfrm>
            <a:off x="308486" y="1115884"/>
            <a:ext cx="6977681" cy="12316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2D04C0E-9776-42F8-0B43-F37C2EAE4C53}"/>
              </a:ext>
            </a:extLst>
          </p:cNvPr>
          <p:cNvSpPr txBox="1"/>
          <p:nvPr/>
        </p:nvSpPr>
        <p:spPr>
          <a:xfrm>
            <a:off x="379868" y="1222389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D993723-D8F9-94C0-266E-0DE315AF3E13}"/>
              </a:ext>
            </a:extLst>
          </p:cNvPr>
          <p:cNvSpPr txBox="1"/>
          <p:nvPr/>
        </p:nvSpPr>
        <p:spPr>
          <a:xfrm>
            <a:off x="379867" y="2052530"/>
            <a:ext cx="52157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C29F230-BF9D-D1B7-1A06-38CCF22EB6E2}"/>
              </a:ext>
            </a:extLst>
          </p:cNvPr>
          <p:cNvSpPr/>
          <p:nvPr/>
        </p:nvSpPr>
        <p:spPr>
          <a:xfrm>
            <a:off x="4827683" y="120998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5E5C0A5-51D3-DD2E-9747-12B61C92F0E2}"/>
              </a:ext>
            </a:extLst>
          </p:cNvPr>
          <p:cNvSpPr/>
          <p:nvPr/>
        </p:nvSpPr>
        <p:spPr>
          <a:xfrm>
            <a:off x="5637934" y="120999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62C209A-3E4B-2DD7-FA3B-988C94AF4C6F}"/>
              </a:ext>
            </a:extLst>
          </p:cNvPr>
          <p:cNvSpPr/>
          <p:nvPr/>
        </p:nvSpPr>
        <p:spPr>
          <a:xfrm>
            <a:off x="6051189" y="120998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3B54A34-33B3-1BB1-4E07-A5C7772DE500}"/>
              </a:ext>
            </a:extLst>
          </p:cNvPr>
          <p:cNvSpPr/>
          <p:nvPr/>
        </p:nvSpPr>
        <p:spPr>
          <a:xfrm>
            <a:off x="6861440" y="120999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EEF1471-D18E-D72E-BC84-CFC0F07514E2}"/>
              </a:ext>
            </a:extLst>
          </p:cNvPr>
          <p:cNvSpPr/>
          <p:nvPr/>
        </p:nvSpPr>
        <p:spPr>
          <a:xfrm>
            <a:off x="1537907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A936DE9C-219C-8DA4-543F-F1AEBEBE159B}"/>
              </a:ext>
            </a:extLst>
          </p:cNvPr>
          <p:cNvSpPr/>
          <p:nvPr/>
        </p:nvSpPr>
        <p:spPr>
          <a:xfrm>
            <a:off x="2086476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3403F909-D2F4-1551-C30F-74263E8A5C35}"/>
              </a:ext>
            </a:extLst>
          </p:cNvPr>
          <p:cNvSpPr/>
          <p:nvPr/>
        </p:nvSpPr>
        <p:spPr>
          <a:xfrm>
            <a:off x="2635045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0DB40AD-D397-B45A-2B77-84CDEDDD80F3}"/>
              </a:ext>
            </a:extLst>
          </p:cNvPr>
          <p:cNvSpPr/>
          <p:nvPr/>
        </p:nvSpPr>
        <p:spPr>
          <a:xfrm>
            <a:off x="3183614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85CC328-CFEA-E862-E0A8-9FF276ABCCBE}"/>
              </a:ext>
            </a:extLst>
          </p:cNvPr>
          <p:cNvSpPr/>
          <p:nvPr/>
        </p:nvSpPr>
        <p:spPr>
          <a:xfrm>
            <a:off x="3732183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22D2C928-CE71-C9CE-E5DA-E81D38CB71A1}"/>
              </a:ext>
            </a:extLst>
          </p:cNvPr>
          <p:cNvSpPr/>
          <p:nvPr/>
        </p:nvSpPr>
        <p:spPr>
          <a:xfrm>
            <a:off x="4280751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5E4562A-8CAF-7256-0AD1-2DF7897CBAC3}"/>
              </a:ext>
            </a:extLst>
          </p:cNvPr>
          <p:cNvSpPr txBox="1"/>
          <p:nvPr/>
        </p:nvSpPr>
        <p:spPr>
          <a:xfrm>
            <a:off x="379867" y="1495532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신용평가등급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3867237-FA82-E8B0-394F-9A3C8606ED34}"/>
              </a:ext>
            </a:extLst>
          </p:cNvPr>
          <p:cNvSpPr/>
          <p:nvPr/>
        </p:nvSpPr>
        <p:spPr>
          <a:xfrm>
            <a:off x="1552541" y="204538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5FFD9A4-F3E5-A1C5-18C2-6395C0BA39DB}"/>
              </a:ext>
            </a:extLst>
          </p:cNvPr>
          <p:cNvSpPr/>
          <p:nvPr/>
        </p:nvSpPr>
        <p:spPr>
          <a:xfrm>
            <a:off x="2362792" y="204538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8490B92F-7554-CDC4-0419-FBCB3CF3E24C}"/>
              </a:ext>
            </a:extLst>
          </p:cNvPr>
          <p:cNvSpPr/>
          <p:nvPr/>
        </p:nvSpPr>
        <p:spPr>
          <a:xfrm>
            <a:off x="2677929" y="2045385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4C2F416-5C0E-72B3-F8E0-66927858DD35}"/>
              </a:ext>
            </a:extLst>
          </p:cNvPr>
          <p:cNvSpPr/>
          <p:nvPr/>
        </p:nvSpPr>
        <p:spPr>
          <a:xfrm>
            <a:off x="6385937" y="2045387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8DEC913-FC5B-A7C5-66DF-6C2CF3385D4C}"/>
              </a:ext>
            </a:extLst>
          </p:cNvPr>
          <p:cNvSpPr/>
          <p:nvPr/>
        </p:nvSpPr>
        <p:spPr>
          <a:xfrm>
            <a:off x="1552541" y="1489547"/>
            <a:ext cx="108250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선택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D058432-02CC-501B-2551-D0D1D9A64FF1}"/>
              </a:ext>
            </a:extLst>
          </p:cNvPr>
          <p:cNvSpPr/>
          <p:nvPr/>
        </p:nvSpPr>
        <p:spPr>
          <a:xfrm>
            <a:off x="2634498" y="148954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E36398C-46FE-DF82-41AB-24E0DB16B025}"/>
              </a:ext>
            </a:extLst>
          </p:cNvPr>
          <p:cNvSpPr txBox="1"/>
          <p:nvPr/>
        </p:nvSpPr>
        <p:spPr>
          <a:xfrm>
            <a:off x="379867" y="1765683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소싱 그룹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F8C501C9-2175-FDFE-6E7C-7AEECB29D295}"/>
              </a:ext>
            </a:extLst>
          </p:cNvPr>
          <p:cNvSpPr/>
          <p:nvPr/>
        </p:nvSpPr>
        <p:spPr>
          <a:xfrm>
            <a:off x="1552541" y="1765778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 선택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B205F92B-5A89-76D5-84B8-40CEEABAB145}"/>
              </a:ext>
            </a:extLst>
          </p:cNvPr>
          <p:cNvSpPr/>
          <p:nvPr/>
        </p:nvSpPr>
        <p:spPr>
          <a:xfrm>
            <a:off x="2643822" y="176578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5DBB2C1-B23A-DEA8-B4C0-6812E72AB737}"/>
              </a:ext>
            </a:extLst>
          </p:cNvPr>
          <p:cNvSpPr/>
          <p:nvPr/>
        </p:nvSpPr>
        <p:spPr>
          <a:xfrm>
            <a:off x="2928750" y="1765778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 선택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7331447B-4635-036C-E8F5-C65E81716129}"/>
              </a:ext>
            </a:extLst>
          </p:cNvPr>
          <p:cNvSpPr/>
          <p:nvPr/>
        </p:nvSpPr>
        <p:spPr>
          <a:xfrm>
            <a:off x="4020031" y="176578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41CF5DDA-4C07-4055-206F-F417D4BCBB64}"/>
              </a:ext>
            </a:extLst>
          </p:cNvPr>
          <p:cNvSpPr/>
          <p:nvPr/>
        </p:nvSpPr>
        <p:spPr>
          <a:xfrm>
            <a:off x="4298208" y="1765778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 선택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4ED98D9B-A55E-6318-EACC-F2A78FE7CCD2}"/>
              </a:ext>
            </a:extLst>
          </p:cNvPr>
          <p:cNvSpPr/>
          <p:nvPr/>
        </p:nvSpPr>
        <p:spPr>
          <a:xfrm>
            <a:off x="5389489" y="176578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0B1489E6-7D79-DA59-7C38-6CA88808CDF0}"/>
              </a:ext>
            </a:extLst>
          </p:cNvPr>
          <p:cNvSpPr/>
          <p:nvPr/>
        </p:nvSpPr>
        <p:spPr>
          <a:xfrm>
            <a:off x="6248548" y="245708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9F66F2D7-08DD-D09B-1E1E-07C183B151EE}"/>
              </a:ext>
            </a:extLst>
          </p:cNvPr>
          <p:cNvSpPr/>
          <p:nvPr/>
        </p:nvSpPr>
        <p:spPr>
          <a:xfrm>
            <a:off x="7070010" y="245708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0C6215D-92E2-7E00-DF35-A728F00B65A4}"/>
              </a:ext>
            </a:extLst>
          </p:cNvPr>
          <p:cNvSpPr txBox="1"/>
          <p:nvPr/>
        </p:nvSpPr>
        <p:spPr>
          <a:xfrm>
            <a:off x="320324" y="2443564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B76688DA-E4D1-E450-0CD8-32965DC679CB}"/>
              </a:ext>
            </a:extLst>
          </p:cNvPr>
          <p:cNvGraphicFramePr>
            <a:graphicFrameLocks noGrp="1"/>
          </p:cNvGraphicFramePr>
          <p:nvPr/>
        </p:nvGraphicFramePr>
        <p:xfrm>
          <a:off x="318719" y="2787034"/>
          <a:ext cx="6966732" cy="2027520"/>
        </p:xfrm>
        <a:graphic>
          <a:graphicData uri="http://schemas.openxmlformats.org/drawingml/2006/table">
            <a:tbl>
              <a:tblPr firstRow="1" bandRow="1"/>
              <a:tblGrid>
                <a:gridCol w="3110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6681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139196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543446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034252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323067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12770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□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처리상태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휴대전화 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승인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승인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승인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대현건설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하지영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승인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한성건설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김지연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승인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KEB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테크놀로지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박가람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80E387C1-2C04-DE7A-519A-4497834B8995}"/>
              </a:ext>
            </a:extLst>
          </p:cNvPr>
          <p:cNvSpPr/>
          <p:nvPr/>
        </p:nvSpPr>
        <p:spPr>
          <a:xfrm>
            <a:off x="6469347" y="5337212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B458E709-F3E7-6625-8874-90C90705A374}"/>
              </a:ext>
            </a:extLst>
          </p:cNvPr>
          <p:cNvSpPr/>
          <p:nvPr/>
        </p:nvSpPr>
        <p:spPr>
          <a:xfrm>
            <a:off x="5605582" y="5337212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 추가</a:t>
            </a: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CE7C1CF9-3F5D-A7C2-4A0B-3582A6B5E32F}"/>
              </a:ext>
            </a:extLst>
          </p:cNvPr>
          <p:cNvGrpSpPr/>
          <p:nvPr/>
        </p:nvGrpSpPr>
        <p:grpSpPr>
          <a:xfrm>
            <a:off x="1847640" y="4926566"/>
            <a:ext cx="4025354" cy="216024"/>
            <a:chOff x="2992062" y="4869160"/>
            <a:chExt cx="4025354" cy="216024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A77E0EF2-6255-12FF-BCCB-07C748C9CC4B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EC6AFC5C-B5C1-44E5-04DF-F958545666E4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4949DA60-02D9-FEF4-F89A-6C116C03E8DC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1B00CABD-7A13-981F-D1A8-C9FD25604C0F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6DBCF408-8400-CF6A-30EF-F557759F225D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56A98FCF-EB51-BED5-E88C-D8D12EB757B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4895EAED-40BD-F4B6-41E9-F85B94328BCB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81D114C5-93AC-962E-86C9-EC501F186B6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DC270627-CE32-33E3-399C-B690A6EA7E8E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73F60474-7CB2-04D1-C02B-4BDF0DB2F09A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573125AE-01A8-0CFC-D124-C4A20250529E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DCFFD514-DEB3-3D44-E692-E59CCD809649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F8872679-AC8F-4D38-29A9-957193D0B19E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AB08C780-07AC-14C9-E042-B64A4B130BBC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71B016B9-2A2C-3219-A837-664CFCC7FDB0}"/>
              </a:ext>
            </a:extLst>
          </p:cNvPr>
          <p:cNvSpPr/>
          <p:nvPr/>
        </p:nvSpPr>
        <p:spPr>
          <a:xfrm>
            <a:off x="552643" y="266585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B5ED82C-4C4E-FA91-66E5-D9F4C2B11A43}"/>
              </a:ext>
            </a:extLst>
          </p:cNvPr>
          <p:cNvSpPr/>
          <p:nvPr/>
        </p:nvSpPr>
        <p:spPr>
          <a:xfrm>
            <a:off x="1409669" y="194186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8819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05EA-D016-498A-9794-AF74A1FB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3EC52E6-7F5E-BAD1-5509-88A1DBF941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F1529C-95D6-4906-A02D-9F6A4E29A5A4}"/>
              </a:ext>
            </a:extLst>
          </p:cNvPr>
          <p:cNvSpPr txBox="1"/>
          <p:nvPr/>
        </p:nvSpPr>
        <p:spPr>
          <a:xfrm>
            <a:off x="749224" y="25608"/>
            <a:ext cx="2228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선택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97E2E-00E6-E3BD-616F-C8E160F1203C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연동된 거래처 목록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A6A42AF-141E-01F6-7A70-337B75362310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거래처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43A2D9-F735-34C2-CF26-A5EFDD4FBF67}"/>
              </a:ext>
            </a:extLst>
          </p:cNvPr>
          <p:cNvSpPr/>
          <p:nvPr/>
        </p:nvSpPr>
        <p:spPr>
          <a:xfrm>
            <a:off x="164469" y="687700"/>
            <a:ext cx="7391698" cy="479352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24420A-C60B-CED7-B471-547468636987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CBE790-A5F0-3B2C-DA0F-2D9AD7BF9D7C}"/>
              </a:ext>
            </a:extLst>
          </p:cNvPr>
          <p:cNvSpPr/>
          <p:nvPr/>
        </p:nvSpPr>
        <p:spPr>
          <a:xfrm>
            <a:off x="7452512" y="688543"/>
            <a:ext cx="108012" cy="47928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E7B098-3458-A895-476C-CFF907888561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278AB8-FD51-B48E-CA46-8738FD9E4997}"/>
              </a:ext>
            </a:extLst>
          </p:cNvPr>
          <p:cNvSpPr/>
          <p:nvPr/>
        </p:nvSpPr>
        <p:spPr>
          <a:xfrm>
            <a:off x="301563" y="792082"/>
            <a:ext cx="77905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9298EA-2210-BDBA-7D45-C3A6690DA1A1}"/>
              </a:ext>
            </a:extLst>
          </p:cNvPr>
          <p:cNvSpPr/>
          <p:nvPr/>
        </p:nvSpPr>
        <p:spPr>
          <a:xfrm>
            <a:off x="299860" y="1125018"/>
            <a:ext cx="6986308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1A76B5-77DB-53E0-34FE-B9D67212EA20}"/>
              </a:ext>
            </a:extLst>
          </p:cNvPr>
          <p:cNvSpPr/>
          <p:nvPr/>
        </p:nvSpPr>
        <p:spPr>
          <a:xfrm>
            <a:off x="1543914" y="175099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9F4D71-3C95-726F-CE3C-D2D4AC253F1E}"/>
              </a:ext>
            </a:extLst>
          </p:cNvPr>
          <p:cNvSpPr/>
          <p:nvPr/>
        </p:nvSpPr>
        <p:spPr>
          <a:xfrm>
            <a:off x="2354165" y="175099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9B6F34B-F93F-6FED-8D17-A710FB26B211}"/>
              </a:ext>
            </a:extLst>
          </p:cNvPr>
          <p:cNvSpPr/>
          <p:nvPr/>
        </p:nvSpPr>
        <p:spPr>
          <a:xfrm>
            <a:off x="2669302" y="175471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084D49F-457D-3176-466C-0E72293FBD5B}"/>
              </a:ext>
            </a:extLst>
          </p:cNvPr>
          <p:cNvSpPr/>
          <p:nvPr/>
        </p:nvSpPr>
        <p:spPr>
          <a:xfrm>
            <a:off x="6377310" y="1750996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B3E121-F5BE-7EE4-48F2-4FDBCE75AB5A}"/>
              </a:ext>
            </a:extLst>
          </p:cNvPr>
          <p:cNvSpPr txBox="1"/>
          <p:nvPr/>
        </p:nvSpPr>
        <p:spPr>
          <a:xfrm>
            <a:off x="371241" y="1231523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009802-6AE5-9E18-2BB8-962D95534088}"/>
              </a:ext>
            </a:extLst>
          </p:cNvPr>
          <p:cNvSpPr txBox="1"/>
          <p:nvPr/>
        </p:nvSpPr>
        <p:spPr>
          <a:xfrm>
            <a:off x="371240" y="1494783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휴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폐업 구분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●전체      ○정상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9B0F3B-5439-2B45-377C-4822B55B976B}"/>
              </a:ext>
            </a:extLst>
          </p:cNvPr>
          <p:cNvSpPr txBox="1"/>
          <p:nvPr/>
        </p:nvSpPr>
        <p:spPr>
          <a:xfrm>
            <a:off x="371241" y="1750994"/>
            <a:ext cx="58397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80A2D37-3ED5-55C6-9984-D1502E9EA44E}"/>
              </a:ext>
            </a:extLst>
          </p:cNvPr>
          <p:cNvSpPr/>
          <p:nvPr/>
        </p:nvSpPr>
        <p:spPr>
          <a:xfrm>
            <a:off x="4819056" y="121912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EBC01E4-7BE8-8A15-C434-680D16BEF05C}"/>
              </a:ext>
            </a:extLst>
          </p:cNvPr>
          <p:cNvSpPr/>
          <p:nvPr/>
        </p:nvSpPr>
        <p:spPr>
          <a:xfrm>
            <a:off x="5629307" y="121912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0810017-3B3A-D2DB-CF9F-2EAB116D9001}"/>
              </a:ext>
            </a:extLst>
          </p:cNvPr>
          <p:cNvSpPr/>
          <p:nvPr/>
        </p:nvSpPr>
        <p:spPr>
          <a:xfrm>
            <a:off x="6042562" y="121912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6E32132-C801-258C-6D6D-7ABEF54ADCEE}"/>
              </a:ext>
            </a:extLst>
          </p:cNvPr>
          <p:cNvSpPr/>
          <p:nvPr/>
        </p:nvSpPr>
        <p:spPr>
          <a:xfrm>
            <a:off x="6852813" y="121912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D8A5204-869D-C157-E660-F48392199E34}"/>
              </a:ext>
            </a:extLst>
          </p:cNvPr>
          <p:cNvSpPr/>
          <p:nvPr/>
        </p:nvSpPr>
        <p:spPr>
          <a:xfrm>
            <a:off x="1529280" y="121912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85A67EA-0AD4-DA48-2869-425B613FCDAD}"/>
              </a:ext>
            </a:extLst>
          </p:cNvPr>
          <p:cNvSpPr/>
          <p:nvPr/>
        </p:nvSpPr>
        <p:spPr>
          <a:xfrm>
            <a:off x="2077849" y="121912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7BADF64-2CAD-209B-6CDA-73E898D9DD91}"/>
              </a:ext>
            </a:extLst>
          </p:cNvPr>
          <p:cNvSpPr/>
          <p:nvPr/>
        </p:nvSpPr>
        <p:spPr>
          <a:xfrm>
            <a:off x="2626418" y="121912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4926446-7B44-1C5C-5483-A26887B2697F}"/>
              </a:ext>
            </a:extLst>
          </p:cNvPr>
          <p:cNvSpPr/>
          <p:nvPr/>
        </p:nvSpPr>
        <p:spPr>
          <a:xfrm>
            <a:off x="3174987" y="121912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0FFFA8B-13B7-4902-6BBC-448C6945C505}"/>
              </a:ext>
            </a:extLst>
          </p:cNvPr>
          <p:cNvSpPr/>
          <p:nvPr/>
        </p:nvSpPr>
        <p:spPr>
          <a:xfrm>
            <a:off x="3723556" y="121912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65289FC-62A2-C59E-0B95-393B6CB8186C}"/>
              </a:ext>
            </a:extLst>
          </p:cNvPr>
          <p:cNvSpPr/>
          <p:nvPr/>
        </p:nvSpPr>
        <p:spPr>
          <a:xfrm>
            <a:off x="4272124" y="1219122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72142EF-18C8-4C3F-7396-9D7DFF04A6F1}"/>
              </a:ext>
            </a:extLst>
          </p:cNvPr>
          <p:cNvSpPr/>
          <p:nvPr/>
        </p:nvSpPr>
        <p:spPr>
          <a:xfrm>
            <a:off x="6243055" y="216571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19E5660-7207-72F0-E028-0B77DE756003}"/>
              </a:ext>
            </a:extLst>
          </p:cNvPr>
          <p:cNvSpPr/>
          <p:nvPr/>
        </p:nvSpPr>
        <p:spPr>
          <a:xfrm>
            <a:off x="7064517" y="216571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E4AE2D-6166-5B37-D853-2DC122BAE96C}"/>
              </a:ext>
            </a:extLst>
          </p:cNvPr>
          <p:cNvSpPr txBox="1"/>
          <p:nvPr/>
        </p:nvSpPr>
        <p:spPr>
          <a:xfrm>
            <a:off x="299860" y="2152200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B0EE755E-232B-EEBD-726C-D8CCC4E532D3}"/>
              </a:ext>
            </a:extLst>
          </p:cNvPr>
          <p:cNvGraphicFramePr>
            <a:graphicFrameLocks noGrp="1"/>
          </p:cNvGraphicFramePr>
          <p:nvPr/>
        </p:nvGraphicFramePr>
        <p:xfrm>
          <a:off x="299860" y="2459033"/>
          <a:ext cx="7009426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6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7740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014788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243212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759221">
                  <a:extLst>
                    <a:ext uri="{9D8B030D-6E8A-4147-A177-3AD203B41FA5}">
                      <a16:colId xmlns:a16="http://schemas.microsoft.com/office/drawing/2014/main" val="2048789610"/>
                    </a:ext>
                  </a:extLst>
                </a:gridCol>
                <a:gridCol w="821127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거래처 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거래처명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폐업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02663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349-83-01795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(leehee43@naver.com, 010-6844-2810)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57" name="그룹 56">
            <a:extLst>
              <a:ext uri="{FF2B5EF4-FFF2-40B4-BE49-F238E27FC236}">
                <a16:creationId xmlns:a16="http://schemas.microsoft.com/office/drawing/2014/main" id="{39C1AA1B-1E3E-F936-8EC6-35D0FB4761EF}"/>
              </a:ext>
            </a:extLst>
          </p:cNvPr>
          <p:cNvGrpSpPr/>
          <p:nvPr/>
        </p:nvGrpSpPr>
        <p:grpSpPr>
          <a:xfrm>
            <a:off x="1847640" y="4577268"/>
            <a:ext cx="4025354" cy="216024"/>
            <a:chOff x="2992062" y="4869160"/>
            <a:chExt cx="4025354" cy="216024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D301E1E-EC4D-4EA3-AA6C-B880871F7000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0BCCA52C-348C-528A-C26F-1650C6039F32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A9797D6-8294-6F4E-CA06-1BA0D12B491E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812D9BA4-6B3C-1381-1A9E-AC8F2F8599E5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C7340D28-7DB2-3881-8C86-FA21E1DF0395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E0CC7B00-BF10-1F52-162C-7263BBB90D22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D4B65E2-A362-A295-758B-0A63BCBCD5DC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FD57A838-A6F6-11AC-A360-008179C23D1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354FE2A6-CA6F-4FD1-1842-268FA5189556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BAB06989-46CF-7C90-73D9-5C8E195BFFF5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2490276F-444E-3A1C-2423-B5C733B4B7E5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D5B664B2-68CA-5C36-C35F-6B280A54D11C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F494D998-EC34-C6EA-5B89-5AF418B61BEF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64EEEFA-DA8D-1118-D32D-091C757FCC3B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1607D1E-9ABC-1770-7EB1-212BF1269FB3}"/>
              </a:ext>
            </a:extLst>
          </p:cNvPr>
          <p:cNvSpPr/>
          <p:nvPr/>
        </p:nvSpPr>
        <p:spPr>
          <a:xfrm>
            <a:off x="6469347" y="4979600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7B3E3A2-69DE-A0B5-43F6-6AD1DF4C092C}"/>
              </a:ext>
            </a:extLst>
          </p:cNvPr>
          <p:cNvSpPr/>
          <p:nvPr/>
        </p:nvSpPr>
        <p:spPr>
          <a:xfrm>
            <a:off x="5605582" y="4979600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 추가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9192826-795C-2C25-CFC5-37830EEAE17F}"/>
              </a:ext>
            </a:extLst>
          </p:cNvPr>
          <p:cNvSpPr/>
          <p:nvPr/>
        </p:nvSpPr>
        <p:spPr>
          <a:xfrm>
            <a:off x="160112" y="71608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2006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BA8F5-8A96-A190-B950-D40015DD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341F0B8-ACB2-8E81-167A-AE6348AD31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5C051-5927-56B2-9A50-DFD33A7A6962}"/>
              </a:ext>
            </a:extLst>
          </p:cNvPr>
          <p:cNvSpPr txBox="1"/>
          <p:nvPr/>
        </p:nvSpPr>
        <p:spPr>
          <a:xfrm>
            <a:off x="749224" y="25608"/>
            <a:ext cx="24945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CE2C3-C1FE-B8D1-1E21-676BDB2CA4EC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C4327E-F542-70AA-4A2D-F3A7D2970AA2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C4AD4B-D9B7-315B-4F1A-2714FDBE468B}"/>
              </a:ext>
            </a:extLst>
          </p:cNvPr>
          <p:cNvSpPr/>
          <p:nvPr/>
        </p:nvSpPr>
        <p:spPr>
          <a:xfrm>
            <a:off x="164469" y="687700"/>
            <a:ext cx="7391698" cy="479352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E39140-96AB-5D3A-4C70-1D97DD04DEFF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AC81F1-84B3-575E-D0F5-1146BCC779EB}"/>
              </a:ext>
            </a:extLst>
          </p:cNvPr>
          <p:cNvSpPr/>
          <p:nvPr/>
        </p:nvSpPr>
        <p:spPr>
          <a:xfrm>
            <a:off x="7452512" y="688543"/>
            <a:ext cx="108012" cy="47928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A8C6EB-52A0-28BB-0AF5-DB6CDD709D0A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1D0A5F-B3D0-4FEA-0547-FD8F1E85D410}"/>
              </a:ext>
            </a:extLst>
          </p:cNvPr>
          <p:cNvSpPr/>
          <p:nvPr/>
        </p:nvSpPr>
        <p:spPr>
          <a:xfrm>
            <a:off x="301563" y="792082"/>
            <a:ext cx="1147750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9D1259-E80E-7D99-8D87-7A1A726A1B27}"/>
              </a:ext>
            </a:extLst>
          </p:cNvPr>
          <p:cNvSpPr/>
          <p:nvPr/>
        </p:nvSpPr>
        <p:spPr>
          <a:xfrm>
            <a:off x="294595" y="1099852"/>
            <a:ext cx="6991572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4E6573-15BB-67ED-1691-1B088DA2077A}"/>
              </a:ext>
            </a:extLst>
          </p:cNvPr>
          <p:cNvSpPr/>
          <p:nvPr/>
        </p:nvSpPr>
        <p:spPr>
          <a:xfrm>
            <a:off x="1538649" y="169727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20EEC4-111A-D5E1-FB6B-C6DB0A7F0EE5}"/>
              </a:ext>
            </a:extLst>
          </p:cNvPr>
          <p:cNvSpPr/>
          <p:nvPr/>
        </p:nvSpPr>
        <p:spPr>
          <a:xfrm>
            <a:off x="2348900" y="169728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87A681-F8DF-35CC-E3D1-FF0C3BD13046}"/>
              </a:ext>
            </a:extLst>
          </p:cNvPr>
          <p:cNvSpPr/>
          <p:nvPr/>
        </p:nvSpPr>
        <p:spPr>
          <a:xfrm>
            <a:off x="2664037" y="169727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6E8598-78C0-5FB7-34FB-987CA8D9394F}"/>
              </a:ext>
            </a:extLst>
          </p:cNvPr>
          <p:cNvSpPr/>
          <p:nvPr/>
        </p:nvSpPr>
        <p:spPr>
          <a:xfrm>
            <a:off x="6372045" y="169728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AAFFF3-A05D-4015-0A91-5A48FEAC4859}"/>
              </a:ext>
            </a:extLst>
          </p:cNvPr>
          <p:cNvSpPr txBox="1"/>
          <p:nvPr/>
        </p:nvSpPr>
        <p:spPr>
          <a:xfrm>
            <a:off x="365976" y="1206357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A373B1-BEF5-A249-54BA-2DD16F0FC0C8}"/>
              </a:ext>
            </a:extLst>
          </p:cNvPr>
          <p:cNvSpPr txBox="1"/>
          <p:nvPr/>
        </p:nvSpPr>
        <p:spPr>
          <a:xfrm>
            <a:off x="365975" y="1469617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사용여부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●전체      ○사용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(Y)     ○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중지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(N)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D30D74-B45E-90FD-69D0-2512E0ED89B5}"/>
              </a:ext>
            </a:extLst>
          </p:cNvPr>
          <p:cNvSpPr txBox="1"/>
          <p:nvPr/>
        </p:nvSpPr>
        <p:spPr>
          <a:xfrm>
            <a:off x="365975" y="1704423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B717370-8D12-6FC2-269F-F0FBC0CFB4C8}"/>
              </a:ext>
            </a:extLst>
          </p:cNvPr>
          <p:cNvSpPr/>
          <p:nvPr/>
        </p:nvSpPr>
        <p:spPr>
          <a:xfrm>
            <a:off x="4813791" y="119395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3251F3A-502C-CBD4-6132-90AFC86C0930}"/>
              </a:ext>
            </a:extLst>
          </p:cNvPr>
          <p:cNvSpPr/>
          <p:nvPr/>
        </p:nvSpPr>
        <p:spPr>
          <a:xfrm>
            <a:off x="5624042" y="119395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B32AB37-D7CD-06C8-6F41-45FFE0A5746B}"/>
              </a:ext>
            </a:extLst>
          </p:cNvPr>
          <p:cNvSpPr/>
          <p:nvPr/>
        </p:nvSpPr>
        <p:spPr>
          <a:xfrm>
            <a:off x="6037297" y="119395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95A06FF-4FEE-DADB-FD9A-61B101DD27DC}"/>
              </a:ext>
            </a:extLst>
          </p:cNvPr>
          <p:cNvSpPr/>
          <p:nvPr/>
        </p:nvSpPr>
        <p:spPr>
          <a:xfrm>
            <a:off x="6847548" y="119395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C65CD68-B34B-0124-F040-7BE18A72CDAD}"/>
              </a:ext>
            </a:extLst>
          </p:cNvPr>
          <p:cNvSpPr/>
          <p:nvPr/>
        </p:nvSpPr>
        <p:spPr>
          <a:xfrm>
            <a:off x="1524015" y="1193956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D9D5A2B-8828-98DC-4085-6D23B14CB196}"/>
              </a:ext>
            </a:extLst>
          </p:cNvPr>
          <p:cNvSpPr/>
          <p:nvPr/>
        </p:nvSpPr>
        <p:spPr>
          <a:xfrm>
            <a:off x="2072584" y="1193956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32FE6A1-59F3-35E5-4DC8-D3454803A557}"/>
              </a:ext>
            </a:extLst>
          </p:cNvPr>
          <p:cNvSpPr/>
          <p:nvPr/>
        </p:nvSpPr>
        <p:spPr>
          <a:xfrm>
            <a:off x="2621153" y="1193956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A288656-3B13-9FF8-463F-41C55E3A5297}"/>
              </a:ext>
            </a:extLst>
          </p:cNvPr>
          <p:cNvSpPr/>
          <p:nvPr/>
        </p:nvSpPr>
        <p:spPr>
          <a:xfrm>
            <a:off x="3169722" y="1193956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1EC5AAB-56FD-1A21-CF66-374394045658}"/>
              </a:ext>
            </a:extLst>
          </p:cNvPr>
          <p:cNvSpPr/>
          <p:nvPr/>
        </p:nvSpPr>
        <p:spPr>
          <a:xfrm>
            <a:off x="3718291" y="1193956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1E643F8-E082-0FAE-3EFF-E9DDF0E8E78B}"/>
              </a:ext>
            </a:extLst>
          </p:cNvPr>
          <p:cNvSpPr/>
          <p:nvPr/>
        </p:nvSpPr>
        <p:spPr>
          <a:xfrm>
            <a:off x="4266859" y="1193956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DA2CB3A-EBE5-AE9F-51DC-2CA1BC0F97E8}"/>
              </a:ext>
            </a:extLst>
          </p:cNvPr>
          <p:cNvSpPr/>
          <p:nvPr/>
        </p:nvSpPr>
        <p:spPr>
          <a:xfrm>
            <a:off x="6248613" y="213731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484B5497-508F-0F48-0501-4F0BBC3CC4F5}"/>
              </a:ext>
            </a:extLst>
          </p:cNvPr>
          <p:cNvSpPr/>
          <p:nvPr/>
        </p:nvSpPr>
        <p:spPr>
          <a:xfrm>
            <a:off x="7070075" y="213731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6D8BFD-8C6B-DF48-DF4F-E284D8ED390A}"/>
              </a:ext>
            </a:extLst>
          </p:cNvPr>
          <p:cNvSpPr txBox="1"/>
          <p:nvPr/>
        </p:nvSpPr>
        <p:spPr>
          <a:xfrm>
            <a:off x="301563" y="2123794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167A2FDD-E161-5ACC-23F9-F7F139C059FC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2430627"/>
          <a:ext cx="6991571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1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6067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575345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575345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814483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45577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486064">
                  <a:extLst>
                    <a:ext uri="{9D8B030D-6E8A-4147-A177-3AD203B41FA5}">
                      <a16:colId xmlns:a16="http://schemas.microsoft.com/office/drawing/2014/main" val="2048789610"/>
                    </a:ext>
                  </a:extLst>
                </a:gridCol>
                <a:gridCol w="694914">
                  <a:extLst>
                    <a:ext uri="{9D8B030D-6E8A-4147-A177-3AD203B41FA5}">
                      <a16:colId xmlns:a16="http://schemas.microsoft.com/office/drawing/2014/main" val="1217387778"/>
                    </a:ext>
                  </a:extLst>
                </a:gridCol>
                <a:gridCol w="985865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2110004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장시형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기획지원팀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simon@kepcoes.co.kr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EE3DEA1F-6DE6-4E5D-0AAD-8F7D007BE9D1}"/>
              </a:ext>
            </a:extLst>
          </p:cNvPr>
          <p:cNvGrpSpPr/>
          <p:nvPr/>
        </p:nvGrpSpPr>
        <p:grpSpPr>
          <a:xfrm>
            <a:off x="1847640" y="4577268"/>
            <a:ext cx="4025354" cy="216024"/>
            <a:chOff x="2992062" y="4869160"/>
            <a:chExt cx="4025354" cy="216024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B7A64353-D7F8-84AD-6EC2-7BDEE98B9B61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25ED2866-BD5A-86EC-DC30-9118D4A43057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10574C2B-134A-E865-46CB-E1A09D1F9B3C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F8F9BC08-DA55-FB1E-CD7C-797D5BD9C9F8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176A1970-7958-7BFC-094A-720C51FD898A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F8967BA5-CA07-152D-49DD-D5A41EFA15F2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F4C59980-7609-EB38-0765-3CB0E5FE7FB3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54DB7F15-17E7-32B5-A8B0-09BDBE34E2DD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ED27801F-8ADA-5808-99D6-B1A220BC2199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1C3453CE-B726-5386-7611-749830A12BA1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0B6837D2-FE53-6553-178C-DB495C96090E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424DE40C-5ADD-35E3-ED37-A4FA33A32BCC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F79535F7-35EE-627D-169F-E472173D98BB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6E0F4277-6C67-38B5-C543-F5205AF4B3B7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AC28EC5D-59DE-C350-84F8-D730BC7AC24C}"/>
              </a:ext>
            </a:extLst>
          </p:cNvPr>
          <p:cNvSpPr/>
          <p:nvPr/>
        </p:nvSpPr>
        <p:spPr>
          <a:xfrm>
            <a:off x="6469347" y="4979600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9A25B2C3-96BD-DBE0-5DDC-2D3E4A215B1F}"/>
              </a:ext>
            </a:extLst>
          </p:cNvPr>
          <p:cNvSpPr/>
          <p:nvPr/>
        </p:nvSpPr>
        <p:spPr>
          <a:xfrm>
            <a:off x="5605582" y="4979600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 추가</a:t>
            </a:r>
          </a:p>
        </p:txBody>
      </p:sp>
    </p:spTree>
    <p:extLst>
      <p:ext uri="{BB962C8B-B14F-4D97-AF65-F5344CB8AC3E}">
        <p14:creationId xmlns:p14="http://schemas.microsoft.com/office/powerpoint/2010/main" val="1184892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55FD-42E0-B404-0A67-53A4D39D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EAF1F17-ED14-A221-71CD-3939012A57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8C5022-8FA8-48B7-A952-08F4173BF746}"/>
              </a:ext>
            </a:extLst>
          </p:cNvPr>
          <p:cNvSpPr txBox="1"/>
          <p:nvPr/>
        </p:nvSpPr>
        <p:spPr>
          <a:xfrm>
            <a:off x="749224" y="25608"/>
            <a:ext cx="21323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수동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73D5B-28FB-E32F-F7CA-234CF8A699FE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F5627E-3695-92CD-410F-592D88C46E7C}"/>
              </a:ext>
            </a:extLst>
          </p:cNvPr>
          <p:cNvSpPr/>
          <p:nvPr/>
        </p:nvSpPr>
        <p:spPr>
          <a:xfrm>
            <a:off x="164469" y="414790"/>
            <a:ext cx="6228692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수동 등록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2E387A-8B1C-7CD1-8D40-D65AE431347D}"/>
              </a:ext>
            </a:extLst>
          </p:cNvPr>
          <p:cNvSpPr/>
          <p:nvPr/>
        </p:nvSpPr>
        <p:spPr>
          <a:xfrm>
            <a:off x="164469" y="687700"/>
            <a:ext cx="6228691" cy="202122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93A625-E3CE-E045-5ED7-FE8F571EFF6B}"/>
              </a:ext>
            </a:extLst>
          </p:cNvPr>
          <p:cNvSpPr/>
          <p:nvPr/>
        </p:nvSpPr>
        <p:spPr>
          <a:xfrm>
            <a:off x="6123161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47E7D2-029E-E0C0-8FAD-FC4A701869F4}"/>
              </a:ext>
            </a:extLst>
          </p:cNvPr>
          <p:cNvSpPr/>
          <p:nvPr/>
        </p:nvSpPr>
        <p:spPr>
          <a:xfrm>
            <a:off x="301563" y="792082"/>
            <a:ext cx="64601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수동 등록</a:t>
            </a: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D348F714-01D6-42A5-FD62-EF38CAD0131D}"/>
              </a:ext>
            </a:extLst>
          </p:cNvPr>
          <p:cNvSpPr/>
          <p:nvPr/>
        </p:nvSpPr>
        <p:spPr>
          <a:xfrm>
            <a:off x="5406359" y="2241241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B1FB950F-3CD5-68C1-4CF4-51499CF86DA3}"/>
              </a:ext>
            </a:extLst>
          </p:cNvPr>
          <p:cNvSpPr/>
          <p:nvPr/>
        </p:nvSpPr>
        <p:spPr>
          <a:xfrm>
            <a:off x="4542594" y="2241241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FBDEB9E-B286-354D-81FA-6C45EB6BC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042786"/>
              </p:ext>
            </p:extLst>
          </p:nvPr>
        </p:nvGraphicFramePr>
        <p:xfrm>
          <a:off x="301563" y="1127722"/>
          <a:ext cx="5911577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3549709157"/>
                    </a:ext>
                  </a:extLst>
                </a:gridCol>
                <a:gridCol w="4805885">
                  <a:extLst>
                    <a:ext uri="{9D8B030D-6E8A-4147-A177-3AD203B41FA5}">
                      <a16:colId xmlns:a16="http://schemas.microsoft.com/office/drawing/2014/main" val="706888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67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연락처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- 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301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@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940439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E55F65-7669-A425-07F6-2A6454C6612C}"/>
              </a:ext>
            </a:extLst>
          </p:cNvPr>
          <p:cNvSpPr/>
          <p:nvPr/>
        </p:nvSpPr>
        <p:spPr>
          <a:xfrm>
            <a:off x="1462347" y="1196752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예) 홍길동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A9AE94-5CB6-ED22-044A-83C207D78A67}"/>
              </a:ext>
            </a:extLst>
          </p:cNvPr>
          <p:cNvSpPr/>
          <p:nvPr/>
        </p:nvSpPr>
        <p:spPr>
          <a:xfrm>
            <a:off x="1468775" y="1523173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DBB388-0B43-B0DB-F2B0-13A271FA08B0}"/>
              </a:ext>
            </a:extLst>
          </p:cNvPr>
          <p:cNvSpPr/>
          <p:nvPr/>
        </p:nvSpPr>
        <p:spPr>
          <a:xfrm>
            <a:off x="1953429" y="152317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12153A-DE59-E800-8920-9CD3F7451F02}"/>
              </a:ext>
            </a:extLst>
          </p:cNvPr>
          <p:cNvSpPr/>
          <p:nvPr/>
        </p:nvSpPr>
        <p:spPr>
          <a:xfrm>
            <a:off x="2322838" y="1523173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DA2859-129D-2EEE-8AC9-1439DFDFCB71}"/>
              </a:ext>
            </a:extLst>
          </p:cNvPr>
          <p:cNvSpPr/>
          <p:nvPr/>
        </p:nvSpPr>
        <p:spPr>
          <a:xfrm>
            <a:off x="2942450" y="1523173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A12FD04-3B62-614F-D32E-311D72C7BB20}"/>
              </a:ext>
            </a:extLst>
          </p:cNvPr>
          <p:cNvSpPr/>
          <p:nvPr/>
        </p:nvSpPr>
        <p:spPr>
          <a:xfrm>
            <a:off x="3005082" y="1862213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 선택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948C05-17BF-8415-D0CE-9F8BB4133EC0}"/>
              </a:ext>
            </a:extLst>
          </p:cNvPr>
          <p:cNvSpPr/>
          <p:nvPr/>
        </p:nvSpPr>
        <p:spPr>
          <a:xfrm>
            <a:off x="4266471" y="1862215"/>
            <a:ext cx="227054" cy="20800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883C4A-4B5C-48EC-5A46-668A07BE5711}"/>
              </a:ext>
            </a:extLst>
          </p:cNvPr>
          <p:cNvSpPr/>
          <p:nvPr/>
        </p:nvSpPr>
        <p:spPr>
          <a:xfrm>
            <a:off x="1468775" y="1862214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B4BB02B-3308-32C8-C64D-CAC1C24A638E}"/>
              </a:ext>
            </a:extLst>
          </p:cNvPr>
          <p:cNvSpPr/>
          <p:nvPr/>
        </p:nvSpPr>
        <p:spPr>
          <a:xfrm>
            <a:off x="4574979" y="1862213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 입력</a:t>
            </a:r>
          </a:p>
        </p:txBody>
      </p:sp>
    </p:spTree>
    <p:extLst>
      <p:ext uri="{BB962C8B-B14F-4D97-AF65-F5344CB8AC3E}">
        <p14:creationId xmlns:p14="http://schemas.microsoft.com/office/powerpoint/2010/main" val="3436971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DD78-545D-56F2-1FD0-066AA166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5BB9697-1C0E-AA48-CBA0-663F4EF2CC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D26659-351D-0FBD-892C-775F929EE629}"/>
              </a:ext>
            </a:extLst>
          </p:cNvPr>
          <p:cNvSpPr txBox="1"/>
          <p:nvPr/>
        </p:nvSpPr>
        <p:spPr>
          <a:xfrm>
            <a:off x="749224" y="25608"/>
            <a:ext cx="20585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DFD0F-EFE5-8D17-08EF-90A401BCFC60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081F10C-7B2A-971E-1E14-7A004602F7D4}"/>
              </a:ext>
            </a:extLst>
          </p:cNvPr>
          <p:cNvSpPr/>
          <p:nvPr/>
        </p:nvSpPr>
        <p:spPr>
          <a:xfrm>
            <a:off x="164468" y="403565"/>
            <a:ext cx="1441100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D4452E7-201B-B31B-A405-EC35173EEEF9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7D18A60-97D8-C8FC-28A0-B554658F376F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89AEEF-646B-6356-5FF1-FA586FA86BD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A6CB13-6618-232F-6A91-2EB9A787BFAA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</a:t>
            </a:r>
            <a:endParaRPr kumimoji="1" lang="ko-KR" altLang="en-US" sz="800" b="1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E50E99-DEC8-2BA1-F4C2-72B90CBB10C6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C75FBC-5AF9-68F9-5B54-632D8AB00E8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전자입찰시스템(SRM)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5228F06F-56DF-6D6B-F0B0-9BC1CB033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380F6E-EA7C-91F4-EAA8-754C45E1BD65}"/>
              </a:ext>
            </a:extLst>
          </p:cNvPr>
          <p:cNvSpPr/>
          <p:nvPr/>
        </p:nvSpPr>
        <p:spPr>
          <a:xfrm>
            <a:off x="164468" y="819304"/>
            <a:ext cx="7740859" cy="123530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4713F1-F2ED-7C7B-537E-4CFD914F8F55}"/>
              </a:ext>
            </a:extLst>
          </p:cNvPr>
          <p:cNvSpPr/>
          <p:nvPr/>
        </p:nvSpPr>
        <p:spPr>
          <a:xfrm>
            <a:off x="1408523" y="169930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FF60C4-9042-C439-8E55-A8365DB74E83}"/>
              </a:ext>
            </a:extLst>
          </p:cNvPr>
          <p:cNvSpPr/>
          <p:nvPr/>
        </p:nvSpPr>
        <p:spPr>
          <a:xfrm>
            <a:off x="2218774" y="169931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82489A-990C-14F0-F88E-4E80DA250AE7}"/>
              </a:ext>
            </a:extLst>
          </p:cNvPr>
          <p:cNvSpPr/>
          <p:nvPr/>
        </p:nvSpPr>
        <p:spPr>
          <a:xfrm>
            <a:off x="2533911" y="169930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0B54D9-7A57-99BD-CC50-45D2DCB80C2E}"/>
              </a:ext>
            </a:extLst>
          </p:cNvPr>
          <p:cNvSpPr/>
          <p:nvPr/>
        </p:nvSpPr>
        <p:spPr>
          <a:xfrm>
            <a:off x="6241919" y="169931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9AC5F-D563-9317-D4B1-53F7DA660406}"/>
              </a:ext>
            </a:extLst>
          </p:cNvPr>
          <p:cNvSpPr txBox="1"/>
          <p:nvPr/>
        </p:nvSpPr>
        <p:spPr>
          <a:xfrm>
            <a:off x="235850" y="9355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발송일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16B441-DBBD-9474-A4E6-832BFD0FC14D}"/>
              </a:ext>
            </a:extLst>
          </p:cNvPr>
          <p:cNvSpPr txBox="1"/>
          <p:nvPr/>
        </p:nvSpPr>
        <p:spPr>
          <a:xfrm>
            <a:off x="235849" y="1706453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9EE016-6B89-0D09-2F10-8B5E688B0EAD}"/>
              </a:ext>
            </a:extLst>
          </p:cNvPr>
          <p:cNvSpPr/>
          <p:nvPr/>
        </p:nvSpPr>
        <p:spPr>
          <a:xfrm>
            <a:off x="4683665" y="9231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1B37B5E-E8C1-FE68-41F3-9FD2D96A6FE3}"/>
              </a:ext>
            </a:extLst>
          </p:cNvPr>
          <p:cNvSpPr/>
          <p:nvPr/>
        </p:nvSpPr>
        <p:spPr>
          <a:xfrm>
            <a:off x="5493916" y="9231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45C9DE9-8544-E684-6FC1-A6E2713E4CCC}"/>
              </a:ext>
            </a:extLst>
          </p:cNvPr>
          <p:cNvSpPr/>
          <p:nvPr/>
        </p:nvSpPr>
        <p:spPr>
          <a:xfrm>
            <a:off x="5907171" y="9231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4550EE-ADB0-6427-F799-1A3CFDF79535}"/>
              </a:ext>
            </a:extLst>
          </p:cNvPr>
          <p:cNvSpPr/>
          <p:nvPr/>
        </p:nvSpPr>
        <p:spPr>
          <a:xfrm>
            <a:off x="6717422" y="9231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B14DFD-47C9-22CC-591F-049E6ACF37CC}"/>
              </a:ext>
            </a:extLst>
          </p:cNvPr>
          <p:cNvSpPr/>
          <p:nvPr/>
        </p:nvSpPr>
        <p:spPr>
          <a:xfrm>
            <a:off x="1393889" y="9231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CA2DD3B-AED3-17F2-4B8F-EAFF45AAA4C8}"/>
              </a:ext>
            </a:extLst>
          </p:cNvPr>
          <p:cNvSpPr/>
          <p:nvPr/>
        </p:nvSpPr>
        <p:spPr>
          <a:xfrm>
            <a:off x="1942458" y="9231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F8E98A-B9DA-8462-6162-E58D39B96482}"/>
              </a:ext>
            </a:extLst>
          </p:cNvPr>
          <p:cNvSpPr/>
          <p:nvPr/>
        </p:nvSpPr>
        <p:spPr>
          <a:xfrm>
            <a:off x="2491027" y="9231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251D5FB-994B-24A7-8C52-74A9850B0DCF}"/>
              </a:ext>
            </a:extLst>
          </p:cNvPr>
          <p:cNvSpPr/>
          <p:nvPr/>
        </p:nvSpPr>
        <p:spPr>
          <a:xfrm>
            <a:off x="3039596" y="9231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A0267E5-BB84-43B5-9D07-72AA8123BBF0}"/>
              </a:ext>
            </a:extLst>
          </p:cNvPr>
          <p:cNvSpPr/>
          <p:nvPr/>
        </p:nvSpPr>
        <p:spPr>
          <a:xfrm>
            <a:off x="3588165" y="9231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5E323D1-AAFF-6EB6-7FEF-30DFDF1A8E34}"/>
              </a:ext>
            </a:extLst>
          </p:cNvPr>
          <p:cNvSpPr/>
          <p:nvPr/>
        </p:nvSpPr>
        <p:spPr>
          <a:xfrm>
            <a:off x="4136733" y="9231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5285C76-3BE4-41BD-AE6B-F0F506B048F2}"/>
              </a:ext>
            </a:extLst>
          </p:cNvPr>
          <p:cNvSpPr/>
          <p:nvPr/>
        </p:nvSpPr>
        <p:spPr>
          <a:xfrm>
            <a:off x="5856272" y="216957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EAD186-363F-46A4-D027-3C26A16AF637}"/>
              </a:ext>
            </a:extLst>
          </p:cNvPr>
          <p:cNvSpPr/>
          <p:nvPr/>
        </p:nvSpPr>
        <p:spPr>
          <a:xfrm>
            <a:off x="6677734" y="216957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7645B0-66D0-2D58-8BAC-C8B8534519C8}"/>
              </a:ext>
            </a:extLst>
          </p:cNvPr>
          <p:cNvSpPr txBox="1"/>
          <p:nvPr/>
        </p:nvSpPr>
        <p:spPr>
          <a:xfrm>
            <a:off x="181506" y="2156060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65D48FD-0CE8-0949-7F37-469056D904CF}"/>
              </a:ext>
            </a:extLst>
          </p:cNvPr>
          <p:cNvGrpSpPr/>
          <p:nvPr/>
        </p:nvGrpSpPr>
        <p:grpSpPr>
          <a:xfrm>
            <a:off x="2004219" y="4599880"/>
            <a:ext cx="4025354" cy="216024"/>
            <a:chOff x="2992062" y="4869160"/>
            <a:chExt cx="4025354" cy="216024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43C343D-4FF6-F7C0-15AE-E0CEEBAC7992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798D762-DFAC-F929-0A0C-32C01DB8906F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176AE44-3183-FE33-B1C4-A790545C7827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BD3CF7C-763F-12AB-7CC0-4BF84BA794C5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C103490-D37F-90C2-8F35-0130EAE8345B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7396FCE-3B94-A6BB-40EF-2498A26EB5BC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7EAF5AF-2B21-2637-6A43-FC9C5B42DBC4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D3EFF15-7347-DA8E-FB8C-AE438BBF07C8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4376CEE-21BB-37BA-C24E-42468BBE7780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BE3A9EE-955E-2228-F1B1-CCE71F2F2D38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70D5FFD-382E-EEBB-5ACC-89BE8E3FD963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65A1F4B-BF87-9906-E6A4-D3818D175515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54A1567-B00E-3F0C-D296-AD46CD7CB1D6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A6291291-A188-6816-DF53-DA64CC09A69D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8A90851-70D9-09A5-86BC-DC16FD6C4911}"/>
              </a:ext>
            </a:extLst>
          </p:cNvPr>
          <p:cNvSpPr/>
          <p:nvPr/>
        </p:nvSpPr>
        <p:spPr>
          <a:xfrm>
            <a:off x="6982990" y="2169578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1EA179C0-7D41-D9FD-A18F-DC37EDED6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28187"/>
              </p:ext>
            </p:extLst>
          </p:nvPr>
        </p:nvGraphicFramePr>
        <p:xfrm>
          <a:off x="164468" y="2472468"/>
          <a:ext cx="8539795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324">
                  <a:extLst>
                    <a:ext uri="{9D8B030D-6E8A-4147-A177-3AD203B41FA5}">
                      <a16:colId xmlns:a16="http://schemas.microsoft.com/office/drawing/2014/main" val="1002927937"/>
                    </a:ext>
                  </a:extLst>
                </a:gridCol>
                <a:gridCol w="55468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24769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554681">
                  <a:extLst>
                    <a:ext uri="{9D8B030D-6E8A-4147-A177-3AD203B41FA5}">
                      <a16:colId xmlns:a16="http://schemas.microsoft.com/office/drawing/2014/main" val="2486753318"/>
                    </a:ext>
                  </a:extLst>
                </a:gridCol>
                <a:gridCol w="1093919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459241">
                  <a:extLst>
                    <a:ext uri="{9D8B030D-6E8A-4147-A177-3AD203B41FA5}">
                      <a16:colId xmlns:a16="http://schemas.microsoft.com/office/drawing/2014/main" val="1227982338"/>
                    </a:ext>
                  </a:extLst>
                </a:gridCol>
                <a:gridCol w="928489">
                  <a:extLst>
                    <a:ext uri="{9D8B030D-6E8A-4147-A177-3AD203B41FA5}">
                      <a16:colId xmlns:a16="http://schemas.microsoft.com/office/drawing/2014/main" val="3382233840"/>
                    </a:ext>
                  </a:extLst>
                </a:gridCol>
                <a:gridCol w="1187769">
                  <a:extLst>
                    <a:ext uri="{9D8B030D-6E8A-4147-A177-3AD203B41FA5}">
                      <a16:colId xmlns:a16="http://schemas.microsoft.com/office/drawing/2014/main" val="2323901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 유형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 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 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연락처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 발송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안녕하세요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켑코이에스입니다.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신청이 완료되었습니다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 15:37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수동 발송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안녕하세요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켑코이에스입니다.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승인이 완료되었습니다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안녕하세요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켑코이에스입니다.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기본정보 수정 요청이 완료되었습니다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안녕하세요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켑코이에스입니다.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(입찰 참여 신청이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완료되었습니다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2D98B610-9967-B79F-1644-FFDE09E2F10D}"/>
              </a:ext>
            </a:extLst>
          </p:cNvPr>
          <p:cNvSpPr txBox="1"/>
          <p:nvPr/>
        </p:nvSpPr>
        <p:spPr>
          <a:xfrm>
            <a:off x="235850" y="1442986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발송 방법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이메일      ○ 메시지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9CD0A42-0898-AC26-1160-7EF6089BA3F4}"/>
              </a:ext>
            </a:extLst>
          </p:cNvPr>
          <p:cNvSpPr txBox="1"/>
          <p:nvPr/>
        </p:nvSpPr>
        <p:spPr>
          <a:xfrm>
            <a:off x="235850" y="120258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발송 유형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자동 발송      ○ 수동 발송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9AD75C-0273-FEF6-CD18-199734E6C7C1}"/>
              </a:ext>
            </a:extLst>
          </p:cNvPr>
          <p:cNvSpPr/>
          <p:nvPr/>
        </p:nvSpPr>
        <p:spPr>
          <a:xfrm>
            <a:off x="-1690381" y="1097693"/>
            <a:ext cx="1467136" cy="16832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5819049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086A082-D91E-49A9-8C35-E20BDD4E58A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e916e977-fd63-4702-b023-65310ff4b92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FFF10E1-BA43-4B0F-B7B2-16DFC801CDC8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d4a9ceb8-4e72-4075-a560-2ebcc022b2b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242125</TotalTime>
  <Words>3494</Words>
  <Application>Microsoft Office PowerPoint</Application>
  <PresentationFormat>A4 용지(210x297mm)</PresentationFormat>
  <Paragraphs>1260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7918</cp:revision>
  <cp:lastPrinted>2019-06-18T05:05:25Z</cp:lastPrinted>
  <dcterms:created xsi:type="dcterms:W3CDTF">2006-06-07T02:37:19Z</dcterms:created>
  <dcterms:modified xsi:type="dcterms:W3CDTF">2026-09-15T23:33:39Z</dcterms:modified>
</cp:coreProperties>
</file>